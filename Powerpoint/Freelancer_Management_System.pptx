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85" r:id="rId4"/>
    <p:sldMasterId id="2147483938" r:id="rId5"/>
  </p:sldMasterIdLst>
  <p:notesMasterIdLst>
    <p:notesMasterId r:id="rId16"/>
  </p:notesMasterIdLst>
  <p:handoutMasterIdLst>
    <p:handoutMasterId r:id="rId17"/>
  </p:handoutMasterIdLst>
  <p:sldIdLst>
    <p:sldId id="2561" r:id="rId6"/>
    <p:sldId id="2563" r:id="rId7"/>
    <p:sldId id="2565" r:id="rId8"/>
    <p:sldId id="2567" r:id="rId9"/>
    <p:sldId id="2569" r:id="rId10"/>
    <p:sldId id="2571" r:id="rId11"/>
    <p:sldId id="2572" r:id="rId12"/>
    <p:sldId id="2573" r:id="rId13"/>
    <p:sldId id="2575" r:id="rId14"/>
    <p:sldId id="257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sterpiece in a Spreadsheet: How My Custom Freelancer Management System Saved Our Business Time and Money" id="{A2FF02A8-BDC3-4321-9AD9-B01A98DF034D}">
          <p14:sldIdLst>
            <p14:sldId id="2561"/>
          </p14:sldIdLst>
        </p14:section>
        <p14:section name="Introduction" id="{5D028B39-1F1C-4DCE-8C3A-561BBCC712EE}">
          <p14:sldIdLst>
            <p14:sldId id="2563"/>
          </p14:sldIdLst>
        </p14:section>
        <p14:section name="The Problem" id="{868A5C2C-E10C-4F7D-936C-9D3A66DA04C0}">
          <p14:sldIdLst>
            <p14:sldId id="2565"/>
          </p14:sldIdLst>
        </p14:section>
        <p14:section name="Why It Mattered" id="{0697F5A9-20E7-4EAB-8235-267B00F2C4C4}">
          <p14:sldIdLst>
            <p14:sldId id="2567"/>
          </p14:sldIdLst>
        </p14:section>
        <p14:section name="The Solution" id="{3F978519-CBA2-41A9-A75A-47F63D999879}">
          <p14:sldIdLst>
            <p14:sldId id="2569"/>
          </p14:sldIdLst>
        </p14:section>
        <p14:section name="Key Features" id="{4053BBF8-2B7B-4981-89E9-FF4A61001AEF}">
          <p14:sldIdLst>
            <p14:sldId id="2571"/>
            <p14:sldId id="2572"/>
            <p14:sldId id="2573"/>
          </p14:sldIdLst>
        </p14:section>
        <p14:section name="Results &amp; Impact" id="{635C32B0-2968-4F85-B8A4-06F142BBFA1C}">
          <p14:sldIdLst>
            <p14:sldId id="2575"/>
          </p14:sldIdLst>
        </p14:section>
        <p14:section name="Conclusion" id="{B0D76D0D-BFC1-4F72-8FDD-EA3D65205AE8}">
          <p14:sldIdLst>
            <p14:sldId id="257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0E4221-6F06-64E5-5214-772388C857B5}" name="Elizabeth Feldbruegge (ALLEGIS GROUP HOLDINGS INC)" initials="EF(GHI" userId="S::v-felizabeth@microsoft.com::ba5aea11-28e4-484d-8e49-c15efb1bd2e9" providerId="AD"/>
  <p188:author id="{9941987A-41B7-49AC-EE6E-03F2D0BD95BA}" name="Daria Naidenov" initials="DN" userId="S::danaidenov@microsoft.com::ab38ab5f-bdf0-4774-ae5a-d2782abb2027" providerId="AD"/>
  <p188:author id="{85E8F9B2-02AC-6F6E-F5B6-AF53ED8A8312}" name="Lauren Weldy (ALLEGIS GROUP HOLDINGS INC)" initials="LW" userId="S::v-laweldy@microsoft.com::63f3cce1-6527-43d1-991c-7e8015c8c70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6EDCEE-4B38-46D8-8BC5-C8259F1C3C3F}" v="20" dt="2025-12-01T00:27:27.675"/>
  </p1510:revLst>
</p1510:revInfo>
</file>

<file path=ppt/tableStyles.xml><?xml version="1.0" encoding="utf-8"?>
<a:tblStyleLst xmlns:a="http://schemas.openxmlformats.org/drawingml/2006/main" def="{91EBBBCC-DAD2-459C-BE2E-F6DE35CF9A2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42" autoAdjust="0"/>
    <p:restoredTop sz="94810"/>
  </p:normalViewPr>
  <p:slideViewPr>
    <p:cSldViewPr snapToGrid="0">
      <p:cViewPr varScale="1">
        <p:scale>
          <a:sx n="105" d="100"/>
          <a:sy n="105" d="100"/>
        </p:scale>
        <p:origin x="594" y="102"/>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23" Type="http://schemas.microsoft.com/office/2018/10/relationships/authors" Target="authors.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11/30/2025</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11/30/2025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dirty="0"/>
          </a:p>
        </p:txBody>
      </p:sp>
    </p:spTree>
    <p:extLst>
      <p:ext uri="{BB962C8B-B14F-4D97-AF65-F5344CB8AC3E}">
        <p14:creationId xmlns:p14="http://schemas.microsoft.com/office/powerpoint/2010/main" val="35047567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presentation introduces a custom-built freelancer management system designed entirely within a spreadsheet. The system was developed to address inefficiencies in task allocation, payment tracking, and invoicing for a distributed workforce. By leveraging spreadsheet automation, the solution eliminates manual processes, reduces errors, and saves significant administrative time. The approach demonstrates that complex business challenges can be solved with simple, cost-effective tools when combined with strategic thinking and customization. The following slides will explore the problem, the innovative solution, its components, and the transformative results achieved.</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36882272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As the business scaled, managing a distributed team of freelancers became increasingly complex. The administrative overhead involved in tracking assignments, negotiating pay rates, calculating commissions and bonuses, and generating invoices consumed excessive time and resources. These processes were entirely manual, leading to inefficiencies and frequent errors. The lack of automation meant that valuable time was spent on repetitive tasks rather than strategic initiatives. This bottleneck hindered growth and profitability, creating an urgent need for a streamlined, automated solution that could handle these operations seamlessly.</a:t>
            </a:r>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26392624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inefficiencies in managing freelancers had a direct impact on business performance. Time that could have been invested in strategic planning and client engagement was wasted on administrative tasks. Errors in payment calculations and task tracking risked damaging relationships with freelancers and reducing trust. Furthermore, the inability to scale these processes effectively threatened the company’s ability to grow. A solution was needed that not only automated these tasks but also introduced transparency and incentives to improve cost management and overall efficiency.</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7060609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solution was a fully automated management system built entirely within a spreadsheet. This system was designed to streamline task allocation, payment calculations, and invoicing while introducing an incentive structure to drive cost efficiency. By leveraging spreadsheet functionalities such as dropdown lists, formulas, and linked worksheets, the system eliminated manual data entry and ensured real-time updates. The design prioritized simplicity, speed, and customization, making it perfectly suited to the company’s unique operational needs without the expense of specialized software.</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18675008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Master Tasking Table serves as the central hub for task allocation. Assigning work is as simple as selecting a freelancer and task from dropdown menus and entering the quantity. This triggers an automated workflow that updates all relevant sheets and calculations instantly. By removing the need for manual data entry across multiple documents, this feature saves time and reduces errors, ensuring that task assignments are accurate and efficient.</a:t>
            </a: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24952298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financial model introduces a performance-based incentive system for in-charges. A Master Table defines the maximum allowable payment for each task. If an in-charge negotiates a lower rate with a freelancer, they earn the difference as a commission. Their total payout includes this difference, a fixed in-charge amount, and any applicable bonuses. This transparent structure motivates in-charges to manage costs effectively while maintaining quality, aligning financial incentives with business goals.</a:t>
            </a:r>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12014725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Once a task is assigned, the system automatically updates a dedicated worksheet for the freelancer, providing real-time visibility into their workload and earnings. Based on this data, an itemized invoice is generated instantly, eliminating manual billing processes. This automation ensures accuracy, transparency, and efficiency, enhancing the freelancer experience and reducing administrative burden.</a:t>
            </a:r>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18328589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implementation of this custom spreadsheet system delivered remarkable results. Administrative time spent on task allocation, tracking, and billing was reduced by over 80%, freeing the team to focus on strategic priorities. The incentive model encouraged cost-saving negotiations, lowering overall project expenses while maintaining quality. Additionally, the system’s full customization ensured that every rule and calculation aligned perfectly with business needs, offering flexibility that generic software could not match. This project demonstrates that innovative thinking and resourceful use of foundational tools can drive significant operational improvements without costly investments.</a:t>
            </a:r>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4890548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case study highlights the power of simplicity and customization in solving complex business challenges. By leveraging spreadsheet automation, the company achieved substantial time and cost savings, improved transparency, and enhanced freelancer relationships. The success of this project underscores that effective solutions do not always require expensive software; sometimes, a deep understanding of the problem and creative use of existing tools can deliver transformative results.</a:t>
            </a:r>
          </a:p>
        </p:txBody>
      </p:sp>
      <p:sp>
        <p:nvSpPr>
          <p:cNvPr id="4" name="Slide Number Placeholder 3"/>
          <p:cNvSpPr>
            <a:spLocks noGrp="1"/>
          </p:cNvSpPr>
          <p:nvPr>
            <p:ph type="sldNum" sz="quarter" idx="5"/>
          </p:nvPr>
        </p:nvSpPr>
        <p:spPr/>
        <p:txBody>
          <a:bodyPr/>
          <a:lstStyle/>
          <a:p>
            <a:fld id="{BFDD6F49-EBB7-4CCF-97A8-E526BB28BB69}" type="slidenum">
              <a:rPr lang="en-US" smtClean="0"/>
              <a:t>10</a:t>
            </a:fld>
            <a:endParaRPr lang="en-US" dirty="0"/>
          </a:p>
        </p:txBody>
      </p:sp>
    </p:spTree>
    <p:extLst>
      <p:ext uri="{BB962C8B-B14F-4D97-AF65-F5344CB8AC3E}">
        <p14:creationId xmlns:p14="http://schemas.microsoft.com/office/powerpoint/2010/main" val="1898178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with Picture">
    <p:bg>
      <p:bgRef idx="1001">
        <a:schemeClr val="bg1"/>
      </p:bgRef>
    </p:bg>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7223309" y="800100"/>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61123" y="1339060"/>
            <a:ext cx="4974183" cy="2624418"/>
          </a:xfrm>
        </p:spPr>
        <p:txBody>
          <a:bodyPr vert="horz" lIns="91440" tIns="45720" rIns="91440" bIns="45720" rtlCol="0" anchor="t">
            <a:normAutofit/>
          </a:bodyPr>
          <a:lstStyle>
            <a:lvl1pPr>
              <a:defRPr lang="en-US" sz="48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59205" y="4312625"/>
            <a:ext cx="4974183" cy="1065807"/>
          </a:xfrm>
        </p:spPr>
        <p:txBody>
          <a:bodyPr vert="horz" lIns="91440" tIns="45720" rIns="91440" bIns="45720" rtlCol="0" anchor="b">
            <a:normAutofit/>
          </a:bodyPr>
          <a:lstStyle>
            <a:lvl1pPr marL="0" indent="0">
              <a:buNone/>
              <a:defRPr lang="en-US" sz="1600" cap="all" baseline="0" dirty="0"/>
            </a:lvl1pPr>
          </a:lstStyle>
          <a:p>
            <a:pPr lvl="0"/>
            <a:r>
              <a:rPr lang="en-US"/>
              <a:t>Click to edit Master subtitle style</a:t>
            </a:r>
            <a:endParaRPr lang="en-US" dirty="0"/>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7238313" y="812266"/>
            <a:ext cx="3829736" cy="4928136"/>
          </a:xfrm>
          <a:blipFill>
            <a:blip r:embed="rId2">
              <a:alphaModFix amt="85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dirty="0"/>
              <a:t>  </a:t>
            </a:r>
          </a:p>
        </p:txBody>
      </p:sp>
      <p:sp>
        <p:nvSpPr>
          <p:cNvPr id="15" name="Footer Placeholder 4">
            <a:extLst>
              <a:ext uri="{FF2B5EF4-FFF2-40B4-BE49-F238E27FC236}">
                <a16:creationId xmlns:a16="http://schemas.microsoft.com/office/drawing/2014/main" id="{DF7B139E-1A4F-D7CF-7764-58DA6FAFE2E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4" name="Date Placeholder 3">
            <a:extLst>
              <a:ext uri="{FF2B5EF4-FFF2-40B4-BE49-F238E27FC236}">
                <a16:creationId xmlns:a16="http://schemas.microsoft.com/office/drawing/2014/main" id="{9538451A-1E74-ABF8-A9BB-311A384BE9B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6" name="Slide Number Placeholder 5">
            <a:extLst>
              <a:ext uri="{FF2B5EF4-FFF2-40B4-BE49-F238E27FC236}">
                <a16:creationId xmlns:a16="http://schemas.microsoft.com/office/drawing/2014/main" id="{358985DD-E6CE-DBCC-61CF-9BBFE330EF1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6510263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D8A1486C-62DF-0286-F0FA-6D8E6C8513B7}"/>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7" name="Text Placeholder 2">
            <a:extLst>
              <a:ext uri="{FF2B5EF4-FFF2-40B4-BE49-F238E27FC236}">
                <a16:creationId xmlns:a16="http://schemas.microsoft.com/office/drawing/2014/main" id="{F873A82E-EC69-8912-507C-DA9B307DE6F2}"/>
              </a:ext>
            </a:extLst>
          </p:cNvPr>
          <p:cNvSpPr>
            <a:spLocks noGrp="1"/>
          </p:cNvSpPr>
          <p:nvPr>
            <p:ph idx="1"/>
          </p:nvPr>
        </p:nvSpPr>
        <p:spPr>
          <a:xfrm>
            <a:off x="612647" y="1629786"/>
            <a:ext cx="10963656"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0CDC75B5-A903-6188-96C8-F110399607F2}"/>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0" name="Date Placeholder 3">
            <a:extLst>
              <a:ext uri="{FF2B5EF4-FFF2-40B4-BE49-F238E27FC236}">
                <a16:creationId xmlns:a16="http://schemas.microsoft.com/office/drawing/2014/main" id="{B97D771A-54A9-9D83-6EAA-DDC7151C8627}"/>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2" name="Slide Number Placeholder 5">
            <a:extLst>
              <a:ext uri="{FF2B5EF4-FFF2-40B4-BE49-F238E27FC236}">
                <a16:creationId xmlns:a16="http://schemas.microsoft.com/office/drawing/2014/main" id="{52259B42-FA10-6971-2364-7DC5DFA2DAA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662819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2">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D7E220B-260A-1899-9D05-BB8723A88261}"/>
              </a:ext>
            </a:extLst>
          </p:cNvPr>
          <p:cNvGrpSpPr/>
          <p:nvPr/>
        </p:nvGrpSpPr>
        <p:grpSpPr>
          <a:xfrm>
            <a:off x="6941116" y="366348"/>
            <a:ext cx="4886768" cy="6125303"/>
            <a:chOff x="521210" y="647905"/>
            <a:chExt cx="11365967" cy="5565740"/>
          </a:xfrm>
        </p:grpSpPr>
        <p:sp>
          <p:nvSpPr>
            <p:cNvPr id="5" name="Shape 2">
              <a:extLst>
                <a:ext uri="{FF2B5EF4-FFF2-40B4-BE49-F238E27FC236}">
                  <a16:creationId xmlns:a16="http://schemas.microsoft.com/office/drawing/2014/main" id="{91ECAE7C-A949-93C0-3EB3-0B16C6DAC3B2}"/>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6" name="Shape 1">
              <a:extLst>
                <a:ext uri="{FF2B5EF4-FFF2-40B4-BE49-F238E27FC236}">
                  <a16:creationId xmlns:a16="http://schemas.microsoft.com/office/drawing/2014/main" id="{C0165170-3C5A-515F-1EA4-AA3CB178D565}"/>
                </a:ext>
              </a:extLst>
            </p:cNvPr>
            <p:cNvSpPr/>
            <p:nvPr/>
          </p:nvSpPr>
          <p:spPr>
            <a:xfrm>
              <a:off x="521210" y="647905"/>
              <a:ext cx="10911523"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7" name="Title 6">
            <a:extLst>
              <a:ext uri="{FF2B5EF4-FFF2-40B4-BE49-F238E27FC236}">
                <a16:creationId xmlns:a16="http://schemas.microsoft.com/office/drawing/2014/main" id="{77F9E3EB-FD43-A59C-A54A-F11FA9251FDC}"/>
              </a:ext>
            </a:extLst>
          </p:cNvPr>
          <p:cNvSpPr>
            <a:spLocks noGrp="1"/>
          </p:cNvSpPr>
          <p:nvPr>
            <p:ph type="title"/>
          </p:nvPr>
        </p:nvSpPr>
        <p:spPr>
          <a:xfrm>
            <a:off x="7168896" y="1129554"/>
            <a:ext cx="4219626" cy="3475236"/>
          </a:xfrm>
        </p:spPr>
        <p:txBody>
          <a:bodyPr anchor="b">
            <a:normAutofit/>
          </a:bodyPr>
          <a:lstStyle>
            <a:lvl1pPr>
              <a:defRPr sz="4800"/>
            </a:lvl1pPr>
          </a:lstStyle>
          <a:p>
            <a:r>
              <a:rPr lang="en-US" dirty="0"/>
              <a:t>Click to edit Master title style</a:t>
            </a:r>
          </a:p>
        </p:txBody>
      </p:sp>
      <p:sp>
        <p:nvSpPr>
          <p:cNvPr id="15" name="Subtitle 2">
            <a:extLst>
              <a:ext uri="{FF2B5EF4-FFF2-40B4-BE49-F238E27FC236}">
                <a16:creationId xmlns:a16="http://schemas.microsoft.com/office/drawing/2014/main" id="{56AC0B9A-E217-462C-714E-6E5BE5799003}"/>
              </a:ext>
            </a:extLst>
          </p:cNvPr>
          <p:cNvSpPr>
            <a:spLocks noGrp="1"/>
          </p:cNvSpPr>
          <p:nvPr>
            <p:ph type="subTitle" idx="1"/>
          </p:nvPr>
        </p:nvSpPr>
        <p:spPr>
          <a:xfrm>
            <a:off x="7168895" y="4731335"/>
            <a:ext cx="4219626" cy="1184585"/>
          </a:xfrm>
        </p:spPr>
        <p:txBody>
          <a:bodyPr vert="horz" lIns="91440" tIns="45720" rIns="91440" bIns="45720" rtlCol="0" anchor="t">
            <a:normAutofit/>
          </a:bodyPr>
          <a:lstStyle>
            <a:lvl1pPr marL="0" indent="0">
              <a:buNone/>
              <a:defRPr lang="en-US" sz="1600" cap="all" baseline="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6584950" cy="6858000"/>
          </a:xfrm>
          <a:blipFill>
            <a:blip r:embed="rId2">
              <a:alphaModFix amt="85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cxnSp>
        <p:nvCxnSpPr>
          <p:cNvPr id="12" name="Straight Connector 11">
            <a:extLst>
              <a:ext uri="{FF2B5EF4-FFF2-40B4-BE49-F238E27FC236}">
                <a16:creationId xmlns:a16="http://schemas.microsoft.com/office/drawing/2014/main" id="{AF16905E-92F3-BA17-041B-A2D4BCBF5BB2}"/>
              </a:ext>
            </a:extLst>
          </p:cNvPr>
          <p:cNvCxnSpPr>
            <a:cxnSpLocks/>
          </p:cNvCxnSpPr>
          <p:nvPr userDrawn="1"/>
        </p:nvCxnSpPr>
        <p:spPr>
          <a:xfrm>
            <a:off x="659257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47804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bg>
      <p:bgRef idx="1001">
        <a:schemeClr val="bg1"/>
      </p:bgRef>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7F24906-AE7E-6354-BEF6-653E4278B8E2}"/>
              </a:ext>
            </a:extLst>
          </p:cNvPr>
          <p:cNvGrpSpPr/>
          <p:nvPr/>
        </p:nvGrpSpPr>
        <p:grpSpPr>
          <a:xfrm>
            <a:off x="365760" y="366348"/>
            <a:ext cx="4886768" cy="6125303"/>
            <a:chOff x="521210" y="647905"/>
            <a:chExt cx="11365967" cy="5565740"/>
          </a:xfrm>
        </p:grpSpPr>
        <p:sp>
          <p:nvSpPr>
            <p:cNvPr id="8" name="Shape 2">
              <a:extLst>
                <a:ext uri="{FF2B5EF4-FFF2-40B4-BE49-F238E27FC236}">
                  <a16:creationId xmlns:a16="http://schemas.microsoft.com/office/drawing/2014/main" id="{97863BD0-3668-62B2-C6F4-BD77D371C352}"/>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1">
              <a:extLst>
                <a:ext uri="{FF2B5EF4-FFF2-40B4-BE49-F238E27FC236}">
                  <a16:creationId xmlns:a16="http://schemas.microsoft.com/office/drawing/2014/main" id="{A731F6E5-8C9E-C424-E6F3-6E6FC4DD5464}"/>
                </a:ext>
              </a:extLst>
            </p:cNvPr>
            <p:cNvSpPr/>
            <p:nvPr/>
          </p:nvSpPr>
          <p:spPr>
            <a:xfrm>
              <a:off x="521210" y="647905"/>
              <a:ext cx="10911523"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5" name="Title 4">
            <a:extLst>
              <a:ext uri="{FF2B5EF4-FFF2-40B4-BE49-F238E27FC236}">
                <a16:creationId xmlns:a16="http://schemas.microsoft.com/office/drawing/2014/main" id="{1FE1C070-AE3A-DBC9-E7FC-B233E403A44B}"/>
              </a:ext>
            </a:extLst>
          </p:cNvPr>
          <p:cNvSpPr>
            <a:spLocks noGrp="1"/>
          </p:cNvSpPr>
          <p:nvPr>
            <p:ph type="title"/>
          </p:nvPr>
        </p:nvSpPr>
        <p:spPr>
          <a:xfrm>
            <a:off x="593541" y="603503"/>
            <a:ext cx="4235820" cy="3739895"/>
          </a:xfrm>
        </p:spPr>
        <p:txBody>
          <a:bodyPr>
            <a:normAutofit/>
          </a:bodyPr>
          <a:lstStyle>
            <a:lvl1pPr>
              <a:defRPr sz="5200"/>
            </a:lvl1pPr>
          </a:lstStyle>
          <a:p>
            <a:r>
              <a:rPr lang="en-US" dirty="0"/>
              <a:t>Click to edit Master title style</a:t>
            </a:r>
          </a:p>
        </p:txBody>
      </p:sp>
      <p:sp>
        <p:nvSpPr>
          <p:cNvPr id="13" name="Subtitle 2">
            <a:extLst>
              <a:ext uri="{FF2B5EF4-FFF2-40B4-BE49-F238E27FC236}">
                <a16:creationId xmlns:a16="http://schemas.microsoft.com/office/drawing/2014/main" id="{2F9F140D-1A01-09CE-B008-51350362BB32}"/>
              </a:ext>
            </a:extLst>
          </p:cNvPr>
          <p:cNvSpPr>
            <a:spLocks noGrp="1"/>
          </p:cNvSpPr>
          <p:nvPr>
            <p:ph type="subTitle" idx="1"/>
          </p:nvPr>
        </p:nvSpPr>
        <p:spPr>
          <a:xfrm>
            <a:off x="593541" y="4661255"/>
            <a:ext cx="4235820" cy="1380744"/>
          </a:xfrm>
        </p:spPr>
        <p:txBody>
          <a:bodyPr vert="horz" lIns="91440" tIns="45720" rIns="91440" bIns="45720" rtlCol="0" anchor="b">
            <a:normAutofit/>
          </a:bodyPr>
          <a:lstStyle>
            <a:lvl1pPr marL="0" indent="0">
              <a:buNone/>
              <a:defRPr lang="en-US" sz="1800" cap="all" baseline="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613962" y="0"/>
            <a:ext cx="6578038" cy="6858000"/>
          </a:xfrm>
          <a:blipFill>
            <a:blip r:embed="rId2">
              <a:alphaModFix amt="85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cxnSp>
        <p:nvCxnSpPr>
          <p:cNvPr id="10" name="Straight Connector 9">
            <a:extLst>
              <a:ext uri="{FF2B5EF4-FFF2-40B4-BE49-F238E27FC236}">
                <a16:creationId xmlns:a16="http://schemas.microsoft.com/office/drawing/2014/main" id="{E33280CB-6F3A-4AAC-F373-F6910037E871}"/>
              </a:ext>
            </a:extLst>
          </p:cNvPr>
          <p:cNvCxnSpPr>
            <a:cxnSpLocks/>
          </p:cNvCxnSpPr>
          <p:nvPr/>
        </p:nvCxnSpPr>
        <p:spPr>
          <a:xfrm>
            <a:off x="5594712"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613891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4">
    <p:bg>
      <p:bgRef idx="1001">
        <a:schemeClr val="bg1"/>
      </p:bgRef>
    </p:bg>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8790317" y="800100"/>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61123" y="1339060"/>
            <a:ext cx="6699667" cy="2207884"/>
          </a:xfrm>
        </p:spPr>
        <p:txBody>
          <a:bodyPr vert="horz" lIns="91440" tIns="45720" rIns="91440" bIns="45720" rtlCol="0" anchor="b">
            <a:normAutofit/>
          </a:bodyPr>
          <a:lstStyle>
            <a:lvl1pPr>
              <a:defRPr lang="en-US" sz="48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59205" y="3786997"/>
            <a:ext cx="6699665" cy="1591436"/>
          </a:xfrm>
        </p:spPr>
        <p:txBody>
          <a:bodyPr vert="horz" lIns="91440" tIns="45720" rIns="91440" bIns="45720" rtlCol="0" anchor="t">
            <a:normAutofit/>
          </a:bodyPr>
          <a:lstStyle>
            <a:lvl1pPr marL="0" indent="0">
              <a:buNone/>
              <a:defRPr lang="en-US" sz="1600" cap="all" baseline="0" dirty="0"/>
            </a:lvl1pPr>
          </a:lstStyle>
          <a:p>
            <a:pPr lvl="0"/>
            <a:r>
              <a:rPr lang="en-US" dirty="0"/>
              <a:t>Click to edit Master subtitle style</a:t>
            </a:r>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8807569" y="812266"/>
            <a:ext cx="2260479" cy="4928136"/>
          </a:xfrm>
          <a:blipFill>
            <a:blip r:embed="rId2">
              <a:alphaModFix amt="85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dirty="0"/>
              <a:t>  </a:t>
            </a:r>
          </a:p>
        </p:txBody>
      </p:sp>
      <p:sp>
        <p:nvSpPr>
          <p:cNvPr id="15" name="Footer Placeholder 4">
            <a:extLst>
              <a:ext uri="{FF2B5EF4-FFF2-40B4-BE49-F238E27FC236}">
                <a16:creationId xmlns:a16="http://schemas.microsoft.com/office/drawing/2014/main" id="{DF7B139E-1A4F-D7CF-7764-58DA6FAFE2E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4" name="Date Placeholder 3">
            <a:extLst>
              <a:ext uri="{FF2B5EF4-FFF2-40B4-BE49-F238E27FC236}">
                <a16:creationId xmlns:a16="http://schemas.microsoft.com/office/drawing/2014/main" id="{9538451A-1E74-ABF8-A9BB-311A384BE9B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6" name="Slide Number Placeholder 5">
            <a:extLst>
              <a:ext uri="{FF2B5EF4-FFF2-40B4-BE49-F238E27FC236}">
                <a16:creationId xmlns:a16="http://schemas.microsoft.com/office/drawing/2014/main" id="{358985DD-E6CE-DBCC-61CF-9BBFE330EF1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54260349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B67FC65-5AAF-6A23-5752-1C26B207DC72}"/>
              </a:ext>
            </a:extLst>
          </p:cNvPr>
          <p:cNvGrpSpPr/>
          <p:nvPr/>
        </p:nvGrpSpPr>
        <p:grpSpPr>
          <a:xfrm>
            <a:off x="452064" y="492893"/>
            <a:ext cx="11287872" cy="5876422"/>
            <a:chOff x="521208" y="647905"/>
            <a:chExt cx="11365969" cy="5565740"/>
          </a:xfrm>
        </p:grpSpPr>
        <p:sp>
          <p:nvSpPr>
            <p:cNvPr id="5" name="Shape 2">
              <a:extLst>
                <a:ext uri="{FF2B5EF4-FFF2-40B4-BE49-F238E27FC236}">
                  <a16:creationId xmlns:a16="http://schemas.microsoft.com/office/drawing/2014/main" id="{043EAAF4-DE2D-970B-4D15-6D36EEAC1744}"/>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6" name="Shape 1">
              <a:extLst>
                <a:ext uri="{FF2B5EF4-FFF2-40B4-BE49-F238E27FC236}">
                  <a16:creationId xmlns:a16="http://schemas.microsoft.com/office/drawing/2014/main" id="{496DF73D-E4E2-469F-D426-591823D792A6}"/>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278923" y="874374"/>
            <a:ext cx="9634154" cy="2821728"/>
          </a:xfrm>
        </p:spPr>
        <p:txBody>
          <a:bodyPr anchor="b">
            <a:normAutofit/>
          </a:bodyPr>
          <a:lstStyle>
            <a:lvl1pPr algn="ctr">
              <a:defRPr sz="7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012480" y="4077583"/>
            <a:ext cx="8167040" cy="1717042"/>
          </a:xfrm>
        </p:spPr>
        <p:txBody>
          <a:bodyPr anchor="t">
            <a:normAutofit/>
          </a:bodyPr>
          <a:lstStyle>
            <a:lvl1pPr marL="0" indent="0" algn="ctr">
              <a:buNone/>
              <a:defRPr sz="2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56759722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2">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E55F6A4-0EE0-72F7-43D5-EB21317D9598}"/>
              </a:ext>
            </a:extLst>
          </p:cNvPr>
          <p:cNvGrpSpPr/>
          <p:nvPr/>
        </p:nvGrpSpPr>
        <p:grpSpPr>
          <a:xfrm>
            <a:off x="452064" y="492893"/>
            <a:ext cx="11287872" cy="5876422"/>
            <a:chOff x="521208" y="647905"/>
            <a:chExt cx="11365969" cy="5565740"/>
          </a:xfrm>
        </p:grpSpPr>
        <p:sp>
          <p:nvSpPr>
            <p:cNvPr id="5" name="Shape 2">
              <a:extLst>
                <a:ext uri="{FF2B5EF4-FFF2-40B4-BE49-F238E27FC236}">
                  <a16:creationId xmlns:a16="http://schemas.microsoft.com/office/drawing/2014/main" id="{C4D77848-8CF0-5322-623B-CDF1FE03362C}"/>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sp>
          <p:nvSpPr>
            <p:cNvPr id="6" name="Shape1">
              <a:extLst>
                <a:ext uri="{FF2B5EF4-FFF2-40B4-BE49-F238E27FC236}">
                  <a16:creationId xmlns:a16="http://schemas.microsoft.com/office/drawing/2014/main" id="{677E7171-85EC-575A-EE36-F9950B227D94}"/>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grpSp>
      <p:sp>
        <p:nvSpPr>
          <p:cNvPr id="8" name="Title 7">
            <a:extLst>
              <a:ext uri="{FF2B5EF4-FFF2-40B4-BE49-F238E27FC236}">
                <a16:creationId xmlns:a16="http://schemas.microsoft.com/office/drawing/2014/main" id="{BAC83CEA-8EC3-98F1-0078-550B9B56BE91}"/>
              </a:ext>
            </a:extLst>
          </p:cNvPr>
          <p:cNvSpPr>
            <a:spLocks noGrp="1"/>
          </p:cNvSpPr>
          <p:nvPr>
            <p:ph type="title"/>
          </p:nvPr>
        </p:nvSpPr>
        <p:spPr>
          <a:xfrm>
            <a:off x="974845" y="935204"/>
            <a:ext cx="10036005" cy="3592628"/>
          </a:xfrm>
        </p:spPr>
        <p:txBody>
          <a:bodyPr anchor="b">
            <a:normAutofit/>
          </a:bodyPr>
          <a:lstStyle>
            <a:lvl1pPr>
              <a:defRPr sz="7200"/>
            </a:lvl1pPr>
          </a:lstStyle>
          <a:p>
            <a:r>
              <a:rPr lang="en-US" dirty="0"/>
              <a:t>Click to edit Master title style</a:t>
            </a:r>
          </a:p>
        </p:txBody>
      </p:sp>
      <p:sp>
        <p:nvSpPr>
          <p:cNvPr id="11" name="Subtitle 2">
            <a:extLst>
              <a:ext uri="{FF2B5EF4-FFF2-40B4-BE49-F238E27FC236}">
                <a16:creationId xmlns:a16="http://schemas.microsoft.com/office/drawing/2014/main" id="{42BA4ADB-DF4D-29DD-5069-E1950A2F6636}"/>
              </a:ext>
            </a:extLst>
          </p:cNvPr>
          <p:cNvSpPr>
            <a:spLocks noGrp="1"/>
          </p:cNvSpPr>
          <p:nvPr>
            <p:ph type="subTitle" idx="1"/>
          </p:nvPr>
        </p:nvSpPr>
        <p:spPr>
          <a:xfrm>
            <a:off x="974845" y="4698103"/>
            <a:ext cx="10036005" cy="1014984"/>
          </a:xfrm>
        </p:spPr>
        <p:txBody>
          <a:bodyPr vert="horz" lIns="91440" tIns="45720" rIns="91440" bIns="45720" rtlCol="0" anchor="t">
            <a:noAutofit/>
          </a:bodyPr>
          <a:lstStyle>
            <a:lvl1pPr marL="0" indent="0">
              <a:buNone/>
              <a:defRPr lang="en-US" sz="2800" cap="all" baseline="0" dirty="0"/>
            </a:lvl1pPr>
          </a:lstStyle>
          <a:p>
            <a:pPr lvl="0"/>
            <a:r>
              <a:rPr lang="en-US" dirty="0"/>
              <a:t>Click to edit Master subtitle style</a:t>
            </a:r>
          </a:p>
        </p:txBody>
      </p:sp>
    </p:spTree>
    <p:extLst>
      <p:ext uri="{BB962C8B-B14F-4D97-AF65-F5344CB8AC3E}">
        <p14:creationId xmlns:p14="http://schemas.microsoft.com/office/powerpoint/2010/main" val="137817547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3">
    <p:bg>
      <p:bgRef idx="1001">
        <a:schemeClr val="bg1"/>
      </p:bgRef>
    </p:bg>
    <p:spTree>
      <p:nvGrpSpPr>
        <p:cNvPr id="1" name=""/>
        <p:cNvGrpSpPr/>
        <p:nvPr/>
      </p:nvGrpSpPr>
      <p:grpSpPr>
        <a:xfrm>
          <a:off x="0" y="0"/>
          <a:ext cx="0" cy="0"/>
          <a:chOff x="0" y="0"/>
          <a:chExt cx="0" cy="0"/>
        </a:xfrm>
      </p:grpSpPr>
      <p:sp>
        <p:nvSpPr>
          <p:cNvPr id="4" name="Shape 2">
            <a:extLst>
              <a:ext uri="{FF2B5EF4-FFF2-40B4-BE49-F238E27FC236}">
                <a16:creationId xmlns:a16="http://schemas.microsoft.com/office/drawing/2014/main" id="{965F8DDB-78C2-9A91-D69C-2BE7D0DC5F3C}"/>
              </a:ext>
            </a:extLst>
          </p:cNvPr>
          <p:cNvSpPr/>
          <p:nvPr/>
        </p:nvSpPr>
        <p:spPr>
          <a:xfrm>
            <a:off x="1062566" y="1161412"/>
            <a:ext cx="10221119" cy="483174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Shape 1">
            <a:extLst>
              <a:ext uri="{FF2B5EF4-FFF2-40B4-BE49-F238E27FC236}">
                <a16:creationId xmlns:a16="http://schemas.microsoft.com/office/drawing/2014/main" id="{F2CE1086-051B-D73D-67CF-8E86D2965B5E}"/>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66900" y="1208585"/>
            <a:ext cx="8229600" cy="2621154"/>
          </a:xfrm>
        </p:spPr>
        <p:txBody>
          <a:bodyPr anchor="b">
            <a:normAutofit/>
          </a:bodyPr>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87623" y="3929930"/>
            <a:ext cx="7588155" cy="1414091"/>
          </a:xfrm>
        </p:spPr>
        <p:txBody>
          <a:bodyPr>
            <a:normAutofit/>
          </a:bodyPr>
          <a:lstStyle>
            <a:lvl1pPr marL="0" indent="0" algn="ctr">
              <a:buNone/>
              <a:defRPr sz="2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25433227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sp>
        <p:nvSpPr>
          <p:cNvPr id="3" name="Shape 2">
            <a:extLst>
              <a:ext uri="{FF2B5EF4-FFF2-40B4-BE49-F238E27FC236}">
                <a16:creationId xmlns:a16="http://schemas.microsoft.com/office/drawing/2014/main" id="{309359E1-DCAB-6CB5-49DB-E3E715B038D7}"/>
              </a:ext>
            </a:extLst>
          </p:cNvPr>
          <p:cNvSpPr/>
          <p:nvPr/>
        </p:nvSpPr>
        <p:spPr>
          <a:xfrm>
            <a:off x="1062566" y="1161412"/>
            <a:ext cx="10221119"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7" name="Shape 1">
            <a:extLst>
              <a:ext uri="{FF2B5EF4-FFF2-40B4-BE49-F238E27FC236}">
                <a16:creationId xmlns:a16="http://schemas.microsoft.com/office/drawing/2014/main" id="{D92930F3-3A63-5E7D-B558-798DFD2A08F5}"/>
              </a:ext>
            </a:extLst>
          </p:cNvPr>
          <p:cNvSpPr/>
          <p:nvPr/>
        </p:nvSpPr>
        <p:spPr>
          <a:xfrm>
            <a:off x="858371" y="800100"/>
            <a:ext cx="10221119" cy="4953001"/>
          </a:xfrm>
          <a:prstGeom prst="rect">
            <a:avLst/>
          </a:prstGeom>
          <a:solidFill>
            <a:schemeClr val="tx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522013" y="1282325"/>
            <a:ext cx="8893834" cy="3988550"/>
          </a:xfrm>
        </p:spPr>
        <p:txBody>
          <a:bodyPr vert="horz" lIns="91440" tIns="45720" rIns="91440" bIns="45720" rtlCol="0" anchor="ctr">
            <a:normAutofit/>
          </a:bodyPr>
          <a:lstStyle>
            <a:lvl1pPr algn="ctr">
              <a:defRPr lang="en-US" sz="5400" dirty="0">
                <a:solidFill>
                  <a:schemeClr val="bg1"/>
                </a:solidFill>
              </a:defRPr>
            </a:lvl1pPr>
          </a:lstStyle>
          <a:p>
            <a:pPr lvl="0"/>
            <a:r>
              <a:rPr lang="en-US" dirty="0"/>
              <a:t>Section header</a:t>
            </a:r>
          </a:p>
        </p:txBody>
      </p:sp>
      <p:sp>
        <p:nvSpPr>
          <p:cNvPr id="12" name="Footer Placeholder 4">
            <a:extLst>
              <a:ext uri="{FF2B5EF4-FFF2-40B4-BE49-F238E27FC236}">
                <a16:creationId xmlns:a16="http://schemas.microsoft.com/office/drawing/2014/main" id="{99B0FCAC-1DD5-03B7-6568-464B93F97E0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1" name="Date Placeholder 3">
            <a:extLst>
              <a:ext uri="{FF2B5EF4-FFF2-40B4-BE49-F238E27FC236}">
                <a16:creationId xmlns:a16="http://schemas.microsoft.com/office/drawing/2014/main" id="{410DA06E-F976-C917-8034-10D5651419E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3" name="Slide Number Placeholder 5">
            <a:extLst>
              <a:ext uri="{FF2B5EF4-FFF2-40B4-BE49-F238E27FC236}">
                <a16:creationId xmlns:a16="http://schemas.microsoft.com/office/drawing/2014/main" id="{7B2B0EFD-25F7-7463-7D6B-AD6B0A8B0FF2}"/>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6038425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4"/>
        </a:solidFill>
        <a:effectLst/>
      </p:bgPr>
    </p:bg>
    <p:spTree>
      <p:nvGrpSpPr>
        <p:cNvPr id="1" name=""/>
        <p:cNvGrpSpPr/>
        <p:nvPr/>
      </p:nvGrpSpPr>
      <p:grpSpPr>
        <a:xfrm>
          <a:off x="0" y="0"/>
          <a:ext cx="0" cy="0"/>
          <a:chOff x="0" y="0"/>
          <a:chExt cx="0" cy="0"/>
        </a:xfrm>
      </p:grpSpPr>
      <p:sp>
        <p:nvSpPr>
          <p:cNvPr id="3" name="Shape 2">
            <a:extLst>
              <a:ext uri="{FF2B5EF4-FFF2-40B4-BE49-F238E27FC236}">
                <a16:creationId xmlns:a16="http://schemas.microsoft.com/office/drawing/2014/main" id="{8B3FAB4B-5BE6-36A5-AC57-A8A4DE80EDF0}"/>
              </a:ext>
            </a:extLst>
          </p:cNvPr>
          <p:cNvSpPr/>
          <p:nvPr userDrawn="1"/>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4" name="Shape 1">
            <a:extLst>
              <a:ext uri="{FF2B5EF4-FFF2-40B4-BE49-F238E27FC236}">
                <a16:creationId xmlns:a16="http://schemas.microsoft.com/office/drawing/2014/main" id="{455D774B-5A74-ECBA-B23F-FDB73925D455}"/>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580331" y="1525905"/>
            <a:ext cx="8838202" cy="846396"/>
          </a:xfrm>
        </p:spPr>
        <p:txBody>
          <a:bodyPr anchor="b">
            <a:normAutofit/>
          </a:bodyPr>
          <a:lstStyle>
            <a:lvl1pPr>
              <a:defRPr sz="4400">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580332" y="2650524"/>
            <a:ext cx="8838202" cy="2386352"/>
          </a:xfrm>
        </p:spPr>
        <p:txBody>
          <a:bodyPr>
            <a:normAutofit/>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327C2936-23FD-A202-FEC8-A04EC6038E21}"/>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Date Placeholder 3">
            <a:extLst>
              <a:ext uri="{FF2B5EF4-FFF2-40B4-BE49-F238E27FC236}">
                <a16:creationId xmlns:a16="http://schemas.microsoft.com/office/drawing/2014/main" id="{A74C11B4-B6D5-47F5-335E-A913C2501ED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3" name="Slide Number Placeholder 5">
            <a:extLst>
              <a:ext uri="{FF2B5EF4-FFF2-40B4-BE49-F238E27FC236}">
                <a16:creationId xmlns:a16="http://schemas.microsoft.com/office/drawing/2014/main" id="{040C422B-2C69-102F-F573-37A60C6CA350}"/>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30714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4"/>
        </a:solid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8CA9E58B-E51C-E405-905F-70ADA8DA97C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5981630" y="787402"/>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563974" y="1339060"/>
            <a:ext cx="3927674" cy="794540"/>
          </a:xfrm>
        </p:spPr>
        <p:txBody>
          <a:bodyPr vert="horz" lIns="91440" tIns="45720" rIns="91440" bIns="45720" rtlCol="0" anchor="t">
            <a:normAutofit/>
          </a:bodyPr>
          <a:lstStyle>
            <a:lvl1pPr>
              <a:defRPr lang="en-US" sz="4800" dirty="0"/>
            </a:lvl1pPr>
          </a:lstStyle>
          <a:p>
            <a:pPr lvl="0"/>
            <a:r>
              <a:rPr lang="en-US" dirty="0"/>
              <a:t>Agenda</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62056" y="2430700"/>
            <a:ext cx="3927674" cy="2947733"/>
          </a:xfrm>
        </p:spPr>
        <p:txBody>
          <a:bodyPr vert="horz" lIns="91440" tIns="45720" rIns="91440" bIns="45720" rtlCol="0" anchor="t">
            <a:normAutofit/>
          </a:bodyPr>
          <a:lstStyle>
            <a:lvl1pPr marL="0" indent="0">
              <a:buNone/>
              <a:defRPr lang="en-US" sz="1600" dirty="0"/>
            </a:lvl1pPr>
          </a:lstStyle>
          <a:p>
            <a:pPr lvl="0"/>
            <a:r>
              <a:rPr lang="en-US"/>
              <a:t>Click to edit Master subtitle style</a:t>
            </a:r>
            <a:endParaRPr lang="en-US" dirty="0"/>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872663" y="812266"/>
            <a:ext cx="5096260" cy="4928136"/>
          </a:xfrm>
          <a:blipFill>
            <a:blip r:embed="rId2">
              <a:alphaModFix amt="70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dirty="0"/>
              <a:t> </a:t>
            </a:r>
          </a:p>
        </p:txBody>
      </p:sp>
      <p:sp>
        <p:nvSpPr>
          <p:cNvPr id="8" name="Footer Placeholder 4">
            <a:extLst>
              <a:ext uri="{FF2B5EF4-FFF2-40B4-BE49-F238E27FC236}">
                <a16:creationId xmlns:a16="http://schemas.microsoft.com/office/drawing/2014/main" id="{E01417BD-FFDA-56B8-4551-B115E221D4D3}"/>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58EBB8A5-D4C6-548F-819A-FE7750FBFDD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9543712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bg>
      <p:bgRef idx="1001">
        <a:schemeClr val="bg1"/>
      </p:bgRef>
    </p:bg>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7744A8A6-B09A-3C25-2DA9-92129860EDBD}"/>
              </a:ext>
            </a:extLst>
          </p:cNvPr>
          <p:cNvGrpSpPr/>
          <p:nvPr/>
        </p:nvGrpSpPr>
        <p:grpSpPr>
          <a:xfrm>
            <a:off x="858371" y="1538141"/>
            <a:ext cx="5594950" cy="3781718"/>
            <a:chOff x="521208" y="647905"/>
            <a:chExt cx="11365969" cy="5565740"/>
          </a:xfrm>
        </p:grpSpPr>
        <p:sp>
          <p:nvSpPr>
            <p:cNvPr id="36" name="Shape">
              <a:extLst>
                <a:ext uri="{FF2B5EF4-FFF2-40B4-BE49-F238E27FC236}">
                  <a16:creationId xmlns:a16="http://schemas.microsoft.com/office/drawing/2014/main" id="{18600D5A-4CF6-D9F9-1A3A-5136CC2CE45D}"/>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37" name="Shape">
              <a:extLst>
                <a:ext uri="{FF2B5EF4-FFF2-40B4-BE49-F238E27FC236}">
                  <a16:creationId xmlns:a16="http://schemas.microsoft.com/office/drawing/2014/main" id="{69249D5A-EA70-0210-8234-7481C00A91D0}"/>
                </a:ext>
              </a:extLst>
            </p:cNvPr>
            <p:cNvSpPr/>
            <p:nvPr/>
          </p:nvSpPr>
          <p:spPr>
            <a:xfrm>
              <a:off x="521208" y="647905"/>
              <a:ext cx="11047664"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7" name="Title 6">
            <a:extLst>
              <a:ext uri="{FF2B5EF4-FFF2-40B4-BE49-F238E27FC236}">
                <a16:creationId xmlns:a16="http://schemas.microsoft.com/office/drawing/2014/main" id="{9F42DEFD-DF95-ABA5-F5E7-97EE2BC38A02}"/>
              </a:ext>
            </a:extLst>
          </p:cNvPr>
          <p:cNvSpPr>
            <a:spLocks noGrp="1"/>
          </p:cNvSpPr>
          <p:nvPr>
            <p:ph type="title"/>
          </p:nvPr>
        </p:nvSpPr>
        <p:spPr>
          <a:xfrm>
            <a:off x="1305332" y="2009984"/>
            <a:ext cx="4515599" cy="2692020"/>
          </a:xfrm>
        </p:spPr>
        <p:txBody>
          <a:bodyPr anchor="ct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7028878" y="2129872"/>
            <a:ext cx="4304752" cy="2454797"/>
          </a:xfrm>
        </p:spPr>
        <p:txBody>
          <a:bodyPr anchor="ct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4">
            <a:extLst>
              <a:ext uri="{FF2B5EF4-FFF2-40B4-BE49-F238E27FC236}">
                <a16:creationId xmlns:a16="http://schemas.microsoft.com/office/drawing/2014/main" id="{E1BCE18F-7F76-B015-517A-B218F96C3D6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D4B1BEB0-0A50-8032-92AF-CE95330EA0A8}"/>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5" name="Slide Number Placeholder 5">
            <a:extLst>
              <a:ext uri="{FF2B5EF4-FFF2-40B4-BE49-F238E27FC236}">
                <a16:creationId xmlns:a16="http://schemas.microsoft.com/office/drawing/2014/main" id="{65677150-7CBF-C5C3-D369-2021EB4B3F0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383635122"/>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E7B2878-E57A-BF28-CA0B-25C595B6B23B}"/>
              </a:ext>
            </a:extLst>
          </p:cNvPr>
          <p:cNvGrpSpPr/>
          <p:nvPr/>
        </p:nvGrpSpPr>
        <p:grpSpPr>
          <a:xfrm>
            <a:off x="858371" y="971570"/>
            <a:ext cx="4956175" cy="4914861"/>
            <a:chOff x="521208" y="647905"/>
            <a:chExt cx="11365969" cy="5565740"/>
          </a:xfrm>
        </p:grpSpPr>
        <p:sp>
          <p:nvSpPr>
            <p:cNvPr id="7" name="Shape">
              <a:extLst>
                <a:ext uri="{FF2B5EF4-FFF2-40B4-BE49-F238E27FC236}">
                  <a16:creationId xmlns:a16="http://schemas.microsoft.com/office/drawing/2014/main" id="{F08FFA22-A55A-8523-9665-963EF8BF5CEE}"/>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249E8B92-9DA1-2B88-C923-D1B15EB00E1E}"/>
                </a:ext>
              </a:extLst>
            </p:cNvPr>
            <p:cNvSpPr/>
            <p:nvPr/>
          </p:nvSpPr>
          <p:spPr>
            <a:xfrm>
              <a:off x="521208" y="647905"/>
              <a:ext cx="11047664"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11" name="Title 10">
            <a:extLst>
              <a:ext uri="{FF2B5EF4-FFF2-40B4-BE49-F238E27FC236}">
                <a16:creationId xmlns:a16="http://schemas.microsoft.com/office/drawing/2014/main" id="{B7E33A4B-2075-9CF4-BC69-F5E43B10A54B}"/>
              </a:ext>
            </a:extLst>
          </p:cNvPr>
          <p:cNvSpPr>
            <a:spLocks noGrp="1"/>
          </p:cNvSpPr>
          <p:nvPr>
            <p:ph type="title"/>
          </p:nvPr>
        </p:nvSpPr>
        <p:spPr>
          <a:xfrm>
            <a:off x="1307592" y="1478826"/>
            <a:ext cx="3846237" cy="3744148"/>
          </a:xfrm>
        </p:spPr>
        <p:txBody>
          <a:bodyPr anchor="ct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623177" y="1727014"/>
            <a:ext cx="4956175" cy="346121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CCD96A57-F4BE-9BFE-192B-8B6BE3EB5045}"/>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5112D03E-A50A-19D0-5987-28EA74509B0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5919D5AA-125E-CB20-B949-8633A826DAD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9355718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741D8BB-05AF-A317-C2B4-DC1CB87B9246}"/>
              </a:ext>
            </a:extLst>
          </p:cNvPr>
          <p:cNvGrpSpPr/>
          <p:nvPr/>
        </p:nvGrpSpPr>
        <p:grpSpPr>
          <a:xfrm>
            <a:off x="858371" y="971570"/>
            <a:ext cx="4708425" cy="4914861"/>
            <a:chOff x="521208" y="647905"/>
            <a:chExt cx="10797805" cy="5565740"/>
          </a:xfrm>
        </p:grpSpPr>
        <p:sp>
          <p:nvSpPr>
            <p:cNvPr id="7" name="Shape">
              <a:extLst>
                <a:ext uri="{FF2B5EF4-FFF2-40B4-BE49-F238E27FC236}">
                  <a16:creationId xmlns:a16="http://schemas.microsoft.com/office/drawing/2014/main" id="{D76689D7-5D3E-ECBB-6775-7B400A96F3D7}"/>
                </a:ext>
              </a:extLst>
            </p:cNvPr>
            <p:cNvSpPr/>
            <p:nvPr/>
          </p:nvSpPr>
          <p:spPr>
            <a:xfrm>
              <a:off x="725405" y="1009217"/>
              <a:ext cx="10593608"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93638B9C-5DAA-F32E-C1B3-8B5DF702E8BE}"/>
                </a:ext>
              </a:extLst>
            </p:cNvPr>
            <p:cNvSpPr/>
            <p:nvPr/>
          </p:nvSpPr>
          <p:spPr>
            <a:xfrm>
              <a:off x="521208" y="647905"/>
              <a:ext cx="10441168"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11" name="Title 10">
            <a:extLst>
              <a:ext uri="{FF2B5EF4-FFF2-40B4-BE49-F238E27FC236}">
                <a16:creationId xmlns:a16="http://schemas.microsoft.com/office/drawing/2014/main" id="{84027933-14DD-AC05-2EC9-CE1166FE7EDB}"/>
              </a:ext>
            </a:extLst>
          </p:cNvPr>
          <p:cNvSpPr>
            <a:spLocks noGrp="1"/>
          </p:cNvSpPr>
          <p:nvPr>
            <p:ph type="title"/>
          </p:nvPr>
        </p:nvSpPr>
        <p:spPr>
          <a:xfrm>
            <a:off x="1307593" y="1478826"/>
            <a:ext cx="3647180" cy="3744148"/>
          </a:xfrm>
        </p:spPr>
        <p:txBody>
          <a:bodyPr anchor="ct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379486" y="971569"/>
            <a:ext cx="5199866" cy="4914861"/>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46C4A6CC-4DAE-D6DF-005D-9A746EA3416B}"/>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5C2D53F9-F5D7-A57F-631C-1011FA2D28D8}"/>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DF767895-A265-B576-2779-D9431696A27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7745825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7" name="Shape">
            <a:extLst>
              <a:ext uri="{FF2B5EF4-FFF2-40B4-BE49-F238E27FC236}">
                <a16:creationId xmlns:a16="http://schemas.microsoft.com/office/drawing/2014/main" id="{38F88781-30C8-3349-475F-145EFAD547E5}"/>
              </a:ext>
            </a:extLst>
          </p:cNvPr>
          <p:cNvSpPr/>
          <p:nvPr/>
        </p:nvSpPr>
        <p:spPr>
          <a:xfrm>
            <a:off x="924451" y="1290629"/>
            <a:ext cx="3469803" cy="459580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5C0C482B-4AFD-2FA3-38E4-917E66DA8BB7}"/>
              </a:ext>
            </a:extLst>
          </p:cNvPr>
          <p:cNvSpPr/>
          <p:nvPr/>
        </p:nvSpPr>
        <p:spPr>
          <a:xfrm>
            <a:off x="858371" y="971570"/>
            <a:ext cx="3378902" cy="4742880"/>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0" name="Title 1">
            <a:extLst>
              <a:ext uri="{FF2B5EF4-FFF2-40B4-BE49-F238E27FC236}">
                <a16:creationId xmlns:a16="http://schemas.microsoft.com/office/drawing/2014/main" id="{00CC4C23-E507-7EE9-B6A1-7AC512473B88}"/>
              </a:ext>
            </a:extLst>
          </p:cNvPr>
          <p:cNvSpPr>
            <a:spLocks noGrp="1"/>
          </p:cNvSpPr>
          <p:nvPr>
            <p:ph type="title"/>
          </p:nvPr>
        </p:nvSpPr>
        <p:spPr>
          <a:xfrm>
            <a:off x="1305332" y="1388700"/>
            <a:ext cx="2480605" cy="3908620"/>
          </a:xfrm>
        </p:spPr>
        <p:txBody>
          <a:bodyPr anchor="ctr">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206945" y="796935"/>
            <a:ext cx="6369358" cy="52641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2F846573-B9BF-5258-A368-AE00F48459D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FCD80948-8FBA-8AE9-029C-B469581BC9FE}"/>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7811F34A-A62C-BC8F-113D-3A7AD96EFFF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5084339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10" name="Shape">
            <a:extLst>
              <a:ext uri="{FF2B5EF4-FFF2-40B4-BE49-F238E27FC236}">
                <a16:creationId xmlns:a16="http://schemas.microsoft.com/office/drawing/2014/main" id="{518C51F0-983B-E75D-43D9-AB5A1692E483}"/>
              </a:ext>
            </a:extLst>
          </p:cNvPr>
          <p:cNvSpPr/>
          <p:nvPr/>
        </p:nvSpPr>
        <p:spPr>
          <a:xfrm>
            <a:off x="678727" y="1027243"/>
            <a:ext cx="3469803" cy="2960557"/>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1" name="Shape">
            <a:extLst>
              <a:ext uri="{FF2B5EF4-FFF2-40B4-BE49-F238E27FC236}">
                <a16:creationId xmlns:a16="http://schemas.microsoft.com/office/drawing/2014/main" id="{4F13FE91-399F-901F-6CF0-0447176EA2EF}"/>
              </a:ext>
            </a:extLst>
          </p:cNvPr>
          <p:cNvSpPr/>
          <p:nvPr/>
        </p:nvSpPr>
        <p:spPr>
          <a:xfrm>
            <a:off x="612647" y="708184"/>
            <a:ext cx="3378902" cy="3101816"/>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2" name="Title 1">
            <a:extLst>
              <a:ext uri="{FF2B5EF4-FFF2-40B4-BE49-F238E27FC236}">
                <a16:creationId xmlns:a16="http://schemas.microsoft.com/office/drawing/2014/main" id="{830AF312-BB7E-63CF-42C0-3AAF17BB4CC9}"/>
              </a:ext>
            </a:extLst>
          </p:cNvPr>
          <p:cNvSpPr>
            <a:spLocks noGrp="1"/>
          </p:cNvSpPr>
          <p:nvPr>
            <p:ph type="title"/>
          </p:nvPr>
        </p:nvSpPr>
        <p:spPr>
          <a:xfrm>
            <a:off x="1059609" y="1170994"/>
            <a:ext cx="2474546" cy="2192044"/>
          </a:xfrm>
        </p:spPr>
        <p:txBody>
          <a:bodyPr anchor="ctr">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13300" y="708184"/>
            <a:ext cx="67630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0C75D260-6D49-B6E6-0AF7-CB139EC2E175}"/>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CE7449F8-8E08-2E2D-E1DC-B35D55FA98C7}"/>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B7485ACA-FF2D-E071-ABB4-8D1CBF292DAD}"/>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044084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514175"/>
            <a:ext cx="6426389" cy="1315029"/>
          </a:xfrm>
        </p:spPr>
        <p:txBody>
          <a:bodyPr anchor="b"/>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11894081-07CB-999F-D411-9154D25C9500}"/>
              </a:ext>
            </a:extLst>
          </p:cNvPr>
          <p:cNvCxnSpPr>
            <a:cxnSpLocks/>
          </p:cNvCxnSpPr>
          <p:nvPr/>
        </p:nvCxnSpPr>
        <p:spPr>
          <a:xfrm>
            <a:off x="457108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667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3319"/>
            <a:ext cx="6339541" cy="1143000"/>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975104"/>
            <a:ext cx="6339414" cy="422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a:prstGeom prst="rect">
            <a:avLst/>
          </a:prstGeom>
        </p:spPr>
        <p:txBody>
          <a:bodyPr/>
          <a:lstStyle/>
          <a:p>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a:prstGeom prst="rect">
            <a:avLst/>
          </a:prstGeom>
        </p:spPr>
        <p:txBody>
          <a:bodyPr/>
          <a:lstStyle/>
          <a:p>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a:prstGeom prst="rect">
            <a:avLst/>
          </a:prstGeom>
        </p:spPr>
        <p:txBody>
          <a:bodyPr/>
          <a:lstStyle/>
          <a:p>
            <a:fld id="{AEAA3239-9EA4-4A65-A281-97F994456D9F}"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1" y="0"/>
            <a:ext cx="4567169"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lang="en-US" dirty="0"/>
            </a:lvl1pPr>
          </a:lstStyle>
          <a:p>
            <a:r>
              <a:rPr lang="en-US" dirty="0"/>
              <a:t> </a:t>
            </a:r>
          </a:p>
        </p:txBody>
      </p:sp>
      <p:cxnSp>
        <p:nvCxnSpPr>
          <p:cNvPr id="3" name="Straight Connector 2">
            <a:extLst>
              <a:ext uri="{FF2B5EF4-FFF2-40B4-BE49-F238E27FC236}">
                <a16:creationId xmlns:a16="http://schemas.microsoft.com/office/drawing/2014/main" id="{B316B204-7C08-FBD9-C195-7CBD8936FB7B}"/>
              </a:ext>
            </a:extLst>
          </p:cNvPr>
          <p:cNvCxnSpPr>
            <a:cxnSpLocks/>
          </p:cNvCxnSpPr>
          <p:nvPr/>
        </p:nvCxnSpPr>
        <p:spPr>
          <a:xfrm>
            <a:off x="7614198"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20912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555536"/>
            <a:ext cx="6950232" cy="932688"/>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a:prstGeom prst="rect">
            <a:avLst/>
          </a:prstGeom>
        </p:spPr>
        <p:txBody>
          <a:bodyPr/>
          <a:lstStyle/>
          <a:p>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5" name="Straight Connector 4">
            <a:extLst>
              <a:ext uri="{FF2B5EF4-FFF2-40B4-BE49-F238E27FC236}">
                <a16:creationId xmlns:a16="http://schemas.microsoft.com/office/drawing/2014/main" id="{8AE22ED6-A6FC-6BAB-A8E5-6EFB749B5EC5}"/>
              </a:ext>
            </a:extLst>
          </p:cNvPr>
          <p:cNvCxnSpPr>
            <a:cxnSpLocks/>
          </p:cNvCxnSpPr>
          <p:nvPr/>
        </p:nvCxnSpPr>
        <p:spPr>
          <a:xfrm>
            <a:off x="4033993"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91947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2478"/>
            <a:ext cx="6858000" cy="932688"/>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a:prstGeom prst="rect">
            <a:avLst/>
          </a:prstGeo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11A678A9-441B-21DA-8AA8-66BD33D80407}"/>
              </a:ext>
            </a:extLst>
          </p:cNvPr>
          <p:cNvCxnSpPr>
            <a:cxnSpLocks/>
          </p:cNvCxnSpPr>
          <p:nvPr/>
        </p:nvCxnSpPr>
        <p:spPr>
          <a:xfrm>
            <a:off x="808210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82843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499533"/>
            <a:ext cx="4477512" cy="1328932"/>
          </a:xfrm>
        </p:spPr>
        <p:txBody>
          <a:bodyPr anchor="b">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9" y="1975104"/>
            <a:ext cx="4477512" cy="42825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04889" y="6343955"/>
            <a:ext cx="2105099" cy="365125"/>
          </a:xfrm>
          <a:prstGeom prst="rect">
            <a:avLst/>
          </a:prstGeo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a:prstGeom prst="rect">
            <a:avLst/>
          </a:prstGeom>
        </p:spPr>
        <p:txBody>
          <a:bodyPr/>
          <a:lstStyle>
            <a:lvl1pPr>
              <a:defRPr>
                <a:solidFill>
                  <a:schemeClr val="tx1"/>
                </a:solidFill>
                <a:effectLst/>
              </a:defRPr>
            </a:lvl1p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A54EE92A-D40E-A2FF-476E-83554812296F}"/>
              </a:ext>
            </a:extLst>
          </p:cNvPr>
          <p:cNvCxnSpPr>
            <a:cxnSpLocks/>
          </p:cNvCxnSpPr>
          <p:nvPr/>
        </p:nvCxnSpPr>
        <p:spPr>
          <a:xfrm>
            <a:off x="650287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B3D94575-E64C-2C45-ED82-56D9EFD2AB39}"/>
              </a:ext>
            </a:extLst>
          </p:cNvPr>
          <p:cNvCxnSpPr>
            <a:cxnSpLocks/>
          </p:cNvCxnSpPr>
          <p:nvPr userDrawn="1"/>
        </p:nvCxnSpPr>
        <p:spPr>
          <a:xfrm>
            <a:off x="650287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19112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538716"/>
            <a:ext cx="4494189" cy="1288169"/>
          </a:xfrm>
        </p:spPr>
        <p:txBody>
          <a:bodyPr anchor="b">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a:prstGeom prst="rect">
            <a:avLst/>
          </a:prstGeom>
        </p:spPr>
        <p:txBody>
          <a:bodyPr/>
          <a:lstStyle>
            <a:lvl1pPr>
              <a:defRPr>
                <a:solidFill>
                  <a:schemeClr val="tx1"/>
                </a:solidFill>
                <a:effectLst/>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a:prstGeom prst="rect">
            <a:avLst/>
          </a:prstGeom>
        </p:spPr>
        <p:txBody>
          <a:bodyPr/>
          <a:lstStyle>
            <a:lvl1pPr>
              <a:defRPr>
                <a:solidFill>
                  <a:schemeClr val="tx1"/>
                </a:solidFill>
                <a:effectLst/>
              </a:defRPr>
            </a:lvl1p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1FAD69B9-5A14-83A8-41F7-86017A14E034}"/>
              </a:ext>
            </a:extLst>
          </p:cNvPr>
          <p:cNvCxnSpPr>
            <a:cxnSpLocks/>
          </p:cNvCxnSpPr>
          <p:nvPr/>
        </p:nvCxnSpPr>
        <p:spPr>
          <a:xfrm>
            <a:off x="5648295"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3C24A26F-E6FC-DE28-35E6-D03BF996DC47}"/>
              </a:ext>
            </a:extLst>
          </p:cNvPr>
          <p:cNvCxnSpPr>
            <a:cxnSpLocks/>
          </p:cNvCxnSpPr>
          <p:nvPr userDrawn="1"/>
        </p:nvCxnSpPr>
        <p:spPr>
          <a:xfrm>
            <a:off x="5648295"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35434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00039"/>
            <a:ext cx="3363514" cy="1667226"/>
          </a:xfrm>
        </p:spPr>
        <p:txBody>
          <a:bodyPr anchor="b">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lang="en-US" dirty="0"/>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315569"/>
            <a:ext cx="3363513" cy="38546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3B3C7E6A-ACFC-5D7E-62EC-7EDD357DED5D}"/>
              </a:ext>
            </a:extLst>
          </p:cNvPr>
          <p:cNvCxnSpPr>
            <a:cxnSpLocks/>
          </p:cNvCxnSpPr>
          <p:nvPr/>
        </p:nvCxnSpPr>
        <p:spPr>
          <a:xfrm>
            <a:off x="7600186"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1384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500039"/>
            <a:ext cx="3363514" cy="1667226"/>
          </a:xfrm>
        </p:spPr>
        <p:txBody>
          <a:bodyPr anchor="b">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4" y="2315569"/>
            <a:ext cx="3363513" cy="3814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a:prstGeom prst="rect">
            <a:avLst/>
          </a:prstGeo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607856" y="0"/>
            <a:ext cx="7584144"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F2A89F80-5D6A-4ABF-AB9F-E9B855484CF2}"/>
              </a:ext>
            </a:extLst>
          </p:cNvPr>
          <p:cNvCxnSpPr>
            <a:cxnSpLocks/>
          </p:cNvCxnSpPr>
          <p:nvPr/>
        </p:nvCxnSpPr>
        <p:spPr>
          <a:xfrm>
            <a:off x="4597223"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44265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990511"/>
            <a:ext cx="2699254" cy="1858941"/>
          </a:xfrm>
        </p:spPr>
        <p:txBody>
          <a:bodyPr anchor="b"/>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a:prstGeom prst="rect">
            <a:avLst/>
          </a:prstGeo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prstGeom prst="rect">
            <a:avLst/>
          </a:prstGeom>
        </p:spPr>
        <p:txBody>
          <a:bodyPr/>
          <a:lstStyle>
            <a:lvl1pPr>
              <a:defRPr>
                <a:solidFill>
                  <a:schemeClr val="tx1"/>
                </a:solidFill>
                <a:effectLst/>
              </a:defRPr>
            </a:lvl1p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EC6861E3-1150-D516-3BEE-655B15B4B936}"/>
              </a:ext>
            </a:extLst>
          </p:cNvPr>
          <p:cNvCxnSpPr>
            <a:cxnSpLocks/>
          </p:cNvCxnSpPr>
          <p:nvPr/>
        </p:nvCxnSpPr>
        <p:spPr>
          <a:xfrm>
            <a:off x="834080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62010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990511"/>
            <a:ext cx="2699254" cy="1858941"/>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1404460" cy="365125"/>
          </a:xfrm>
          <a:prstGeom prst="rect">
            <a:avLst/>
          </a:prstGeo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606165" y="6343955"/>
            <a:ext cx="1597578" cy="365125"/>
          </a:xfrm>
          <a:prstGeom prst="rect">
            <a:avLst/>
          </a:prstGeom>
        </p:spPr>
        <p:txBody>
          <a:bodyPr/>
          <a:lstStyle>
            <a:lvl1pPr>
              <a:defRPr>
                <a:solidFill>
                  <a:schemeClr val="tx1"/>
                </a:solidFill>
                <a:effectLst/>
              </a:defRPr>
            </a:lvl1p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03743" y="6343955"/>
            <a:ext cx="429207" cy="365125"/>
          </a:xfrm>
          <a:prstGeom prst="rect">
            <a:avLst/>
          </a:prstGeom>
        </p:spPr>
        <p:txBody>
          <a:bodyPr/>
          <a:lstStyle/>
          <a:p>
            <a:fld id="{AEAA3239-9EA4-4A65-A281-97F994456D9F}" type="slidenum">
              <a:rPr lang="en-US" smtClean="0"/>
              <a:t>‹#›</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lang="en-US" dirty="0"/>
            </a:lvl1pPr>
          </a:lstStyle>
          <a:p>
            <a:r>
              <a:rPr lang="en-US" dirty="0"/>
              <a:t> </a:t>
            </a:r>
          </a:p>
        </p:txBody>
      </p:sp>
      <p:cxnSp>
        <p:nvCxnSpPr>
          <p:cNvPr id="3" name="Straight Connector 2">
            <a:extLst>
              <a:ext uri="{FF2B5EF4-FFF2-40B4-BE49-F238E27FC236}">
                <a16:creationId xmlns:a16="http://schemas.microsoft.com/office/drawing/2014/main" id="{94B94044-CD6D-BA64-4DAF-CF4588CD625D}"/>
              </a:ext>
            </a:extLst>
          </p:cNvPr>
          <p:cNvCxnSpPr>
            <a:cxnSpLocks/>
          </p:cNvCxnSpPr>
          <p:nvPr/>
        </p:nvCxnSpPr>
        <p:spPr>
          <a:xfrm>
            <a:off x="385504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71462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4457610"/>
            <a:ext cx="4019522" cy="1617925"/>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142231"/>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10" y="4457611"/>
            <a:ext cx="6426391" cy="161792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9620E07E-3D6A-C86E-678B-DE98A157F07A}"/>
              </a:ext>
            </a:extLst>
          </p:cNvPr>
          <p:cNvCxnSpPr>
            <a:cxnSpLocks/>
          </p:cNvCxnSpPr>
          <p:nvPr/>
        </p:nvCxnSpPr>
        <p:spPr>
          <a:xfrm>
            <a:off x="0" y="4142231"/>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08AF9810-922B-05C3-1FAC-78185AB607C8}"/>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323AD7B9-A665-0D5C-1732-A369FD093C99}"/>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087B8D0A-511A-808A-9972-2B279CED552D}"/>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892562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0757"/>
            <a:ext cx="3044954" cy="2245126"/>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80757"/>
            <a:ext cx="7460029" cy="244384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B58B5EBB-F005-1B2B-24BF-B4DBB49FF96A}"/>
              </a:ext>
            </a:extLst>
          </p:cNvPr>
          <p:cNvCxnSpPr>
            <a:cxnSpLocks/>
          </p:cNvCxnSpPr>
          <p:nvPr/>
        </p:nvCxnSpPr>
        <p:spPr>
          <a:xfrm>
            <a:off x="0" y="3453964"/>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4EE91E5E-1D54-4277-467D-BF89B7943D9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5C57E62A-1224-89D2-C4D8-65D8B0271FF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BB0821DC-7B6A-0BDA-7ED9-271E04FA2C89}"/>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7279141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707477"/>
            <a:ext cx="3021873" cy="1773540"/>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707476"/>
            <a:ext cx="7460029"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3135210"/>
            <a:ext cx="2791027" cy="365125"/>
          </a:xfrm>
          <a:prstGeom prst="rect">
            <a:avLst/>
          </a:prstGeo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3135210"/>
            <a:ext cx="1559379"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3135210"/>
            <a:ext cx="429207" cy="365125"/>
          </a:xfrm>
          <a:prstGeom prst="rect">
            <a:avLst/>
          </a:prstGeom>
        </p:spPr>
        <p:txBody>
          <a:bodyPr/>
          <a:lstStyle/>
          <a:p>
            <a:fld id="{AEAA3239-9EA4-4A65-A281-97F994456D9F}" type="slidenum">
              <a:rPr lang="en-US" smtClean="0"/>
              <a:t>‹#›</a:t>
            </a:fld>
            <a:endParaRPr lang="en-US"/>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636524"/>
            <a:ext cx="12192000"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EB6FCCB7-3844-DE9F-A18B-F5FFF900264C}"/>
              </a:ext>
            </a:extLst>
          </p:cNvPr>
          <p:cNvCxnSpPr>
            <a:cxnSpLocks/>
          </p:cNvCxnSpPr>
          <p:nvPr/>
        </p:nvCxnSpPr>
        <p:spPr>
          <a:xfrm>
            <a:off x="-1" y="3625891"/>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29701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838424"/>
            <a:ext cx="4485564" cy="4488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055525"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232969" y="6343955"/>
            <a:ext cx="1449697"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4682667" y="6343955"/>
            <a:ext cx="443060" cy="365125"/>
          </a:xfrm>
          <a:prstGeom prst="rect">
            <a:avLst/>
          </a:prstGeom>
        </p:spPr>
        <p:txBody>
          <a:bodyPr/>
          <a:lstStyle/>
          <a:p>
            <a:fld id="{AEAA3239-9EA4-4A65-A281-97F994456D9F}" type="slidenum">
              <a:rPr lang="en-US" smtClean="0"/>
              <a:t>‹#›</a:t>
            </a:fld>
            <a:endParaRPr lang="en-US" dirty="0"/>
          </a:p>
        </p:txBody>
      </p:sp>
      <p:sp>
        <p:nvSpPr>
          <p:cNvPr id="3" name="Shape">
            <a:extLst>
              <a:ext uri="{FF2B5EF4-FFF2-40B4-BE49-F238E27FC236}">
                <a16:creationId xmlns:a16="http://schemas.microsoft.com/office/drawing/2014/main" id="{7D2E59BA-BC78-5994-0E85-6CEE8FE1A2C7}"/>
              </a:ext>
            </a:extLst>
          </p:cNvPr>
          <p:cNvSpPr/>
          <p:nvPr/>
        </p:nvSpPr>
        <p:spPr>
          <a:xfrm>
            <a:off x="5774454" y="2174531"/>
            <a:ext cx="5804899" cy="415206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Picture Placeholder 10">
            <a:extLst>
              <a:ext uri="{FF2B5EF4-FFF2-40B4-BE49-F238E27FC236}">
                <a16:creationId xmlns:a16="http://schemas.microsoft.com/office/drawing/2014/main" id="{7C8527F9-0AAC-2962-54C9-733B06E86439}"/>
              </a:ext>
            </a:extLst>
          </p:cNvPr>
          <p:cNvSpPr>
            <a:spLocks noGrp="1"/>
          </p:cNvSpPr>
          <p:nvPr>
            <p:ph type="pic" sz="quarter" idx="18" hasCustomPrompt="1"/>
          </p:nvPr>
        </p:nvSpPr>
        <p:spPr>
          <a:xfrm>
            <a:off x="5644314" y="1838424"/>
            <a:ext cx="5715205" cy="4292324"/>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Tree>
    <p:extLst>
      <p:ext uri="{BB962C8B-B14F-4D97-AF65-F5344CB8AC3E}">
        <p14:creationId xmlns:p14="http://schemas.microsoft.com/office/powerpoint/2010/main" val="3336434706"/>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50FC415C-6548-7A71-9590-9F59EEF87C10}"/>
              </a:ext>
            </a:extLst>
          </p:cNvPr>
          <p:cNvSpPr/>
          <p:nvPr/>
        </p:nvSpPr>
        <p:spPr>
          <a:xfrm>
            <a:off x="5440228" y="2239339"/>
            <a:ext cx="6139125" cy="3880753"/>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113357"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10">
            <a:extLst>
              <a:ext uri="{FF2B5EF4-FFF2-40B4-BE49-F238E27FC236}">
                <a16:creationId xmlns:a16="http://schemas.microsoft.com/office/drawing/2014/main" id="{5013ECA8-A109-DA0B-779F-91413FC01923}"/>
              </a:ext>
            </a:extLst>
          </p:cNvPr>
          <p:cNvSpPr>
            <a:spLocks noGrp="1"/>
          </p:cNvSpPr>
          <p:nvPr>
            <p:ph type="pic" sz="quarter" idx="18" hasCustomPrompt="1"/>
          </p:nvPr>
        </p:nvSpPr>
        <p:spPr>
          <a:xfrm>
            <a:off x="5315252" y="1912398"/>
            <a:ext cx="6044267" cy="4011844"/>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lang="en-US" dirty="0"/>
            </a:lvl1pPr>
          </a:lstStyle>
          <a:p>
            <a:r>
              <a:rPr lang="en-US" dirty="0"/>
              <a:t> </a:t>
            </a:r>
          </a:p>
        </p:txBody>
      </p:sp>
      <p:sp>
        <p:nvSpPr>
          <p:cNvPr id="7" name="Footer Placeholder 4">
            <a:extLst>
              <a:ext uri="{FF2B5EF4-FFF2-40B4-BE49-F238E27FC236}">
                <a16:creationId xmlns:a16="http://schemas.microsoft.com/office/drawing/2014/main" id="{F87E7E84-44E5-0E60-3EE3-8737B2A18FA8}"/>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6" name="Date Placeholder 3">
            <a:extLst>
              <a:ext uri="{FF2B5EF4-FFF2-40B4-BE49-F238E27FC236}">
                <a16:creationId xmlns:a16="http://schemas.microsoft.com/office/drawing/2014/main" id="{38E621FE-7CC2-0C35-A07D-B3FC44FD4C2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A00CB403-B088-E56C-7827-A20ABF5769E6}"/>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693761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2677956A-C88F-78CB-7428-13BB3FEF3483}"/>
              </a:ext>
            </a:extLst>
          </p:cNvPr>
          <p:cNvSpPr/>
          <p:nvPr/>
        </p:nvSpPr>
        <p:spPr>
          <a:xfrm>
            <a:off x="739739" y="1970410"/>
            <a:ext cx="5804899" cy="434956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7784"/>
            <a:ext cx="10969753" cy="932688"/>
          </a:xfrm>
        </p:spPr>
        <p:txBody>
          <a:bodyPr anchor="b"/>
          <a:lstStyle/>
          <a:p>
            <a:r>
              <a:rPr lang="en-US"/>
              <a:t>Click to edit Master title style</a:t>
            </a:r>
            <a:endParaRPr lang="en-US" dirty="0"/>
          </a:p>
        </p:txBody>
      </p:sp>
      <p:sp>
        <p:nvSpPr>
          <p:cNvPr id="5" name="Picture Placeholder 10">
            <a:extLst>
              <a:ext uri="{FF2B5EF4-FFF2-40B4-BE49-F238E27FC236}">
                <a16:creationId xmlns:a16="http://schemas.microsoft.com/office/drawing/2014/main" id="{186B2304-4EA6-E2B5-F4F8-D1686841F0A1}"/>
              </a:ext>
            </a:extLst>
          </p:cNvPr>
          <p:cNvSpPr>
            <a:spLocks noGrp="1"/>
          </p:cNvSpPr>
          <p:nvPr>
            <p:ph type="pic" sz="quarter" idx="18" hasCustomPrompt="1"/>
          </p:nvPr>
        </p:nvSpPr>
        <p:spPr>
          <a:xfrm>
            <a:off x="609599" y="1627632"/>
            <a:ext cx="5715205" cy="4496489"/>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03255" y="1627632"/>
            <a:ext cx="4479145" cy="4692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103254" y="6343955"/>
            <a:ext cx="2144113"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a:prstGeom prst="rect">
            <a:avLst/>
          </a:prstGeo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40851624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D5D7C530-B577-9E02-8A60-5EDBB72006B5}"/>
              </a:ext>
            </a:extLst>
          </p:cNvPr>
          <p:cNvSpPr/>
          <p:nvPr/>
        </p:nvSpPr>
        <p:spPr>
          <a:xfrm>
            <a:off x="675680" y="2516628"/>
            <a:ext cx="4609551" cy="3620904"/>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anchor="t">
            <a:normAutofit/>
          </a:bodyPr>
          <a:lstStyle>
            <a:lvl1pPr>
              <a:defRPr sz="3600"/>
            </a:lvl1pPr>
          </a:lstStyle>
          <a:p>
            <a:r>
              <a:rPr lang="en-US"/>
              <a:t>Click to edit Master title style</a:t>
            </a:r>
            <a:endParaRPr lang="en-US" dirty="0"/>
          </a:p>
        </p:txBody>
      </p:sp>
      <p:sp>
        <p:nvSpPr>
          <p:cNvPr id="4" name="Picture Placeholder 10">
            <a:extLst>
              <a:ext uri="{FF2B5EF4-FFF2-40B4-BE49-F238E27FC236}">
                <a16:creationId xmlns:a16="http://schemas.microsoft.com/office/drawing/2014/main" id="{4F75EDFE-D268-4D74-752B-6DB079CF1C9C}"/>
              </a:ext>
            </a:extLst>
          </p:cNvPr>
          <p:cNvSpPr>
            <a:spLocks noGrp="1"/>
          </p:cNvSpPr>
          <p:nvPr>
            <p:ph type="pic" sz="quarter" idx="15" hasCustomPrompt="1"/>
          </p:nvPr>
        </p:nvSpPr>
        <p:spPr>
          <a:xfrm>
            <a:off x="609599" y="2173850"/>
            <a:ext cx="4488792" cy="3793671"/>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4">
            <a:extLst>
              <a:ext uri="{FF2B5EF4-FFF2-40B4-BE49-F238E27FC236}">
                <a16:creationId xmlns:a16="http://schemas.microsoft.com/office/drawing/2014/main" id="{6B72A591-427A-90CA-36AE-C150001B3889}"/>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Date Placeholder 3">
            <a:extLst>
              <a:ext uri="{FF2B5EF4-FFF2-40B4-BE49-F238E27FC236}">
                <a16:creationId xmlns:a16="http://schemas.microsoft.com/office/drawing/2014/main" id="{9FBD4796-905C-132A-092E-22E9AF1B017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FFED0402-467D-E037-9829-BCC7DE3B8845}"/>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0968508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6E70FB67-0F80-BE17-D86B-F8A00D36D16F}"/>
              </a:ext>
            </a:extLst>
          </p:cNvPr>
          <p:cNvSpPr/>
          <p:nvPr/>
        </p:nvSpPr>
        <p:spPr>
          <a:xfrm>
            <a:off x="792041" y="2637923"/>
            <a:ext cx="3529341" cy="3508440"/>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709098"/>
            <a:ext cx="3696859" cy="1316347"/>
          </a:xfrm>
        </p:spPr>
        <p:txBody>
          <a:bodyPr anchor="t">
            <a:no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5960" y="2295145"/>
            <a:ext cx="3436881" cy="3675841"/>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3150" y="709098"/>
            <a:ext cx="6644488" cy="5439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4">
            <a:extLst>
              <a:ext uri="{FF2B5EF4-FFF2-40B4-BE49-F238E27FC236}">
                <a16:creationId xmlns:a16="http://schemas.microsoft.com/office/drawing/2014/main" id="{82135E48-6254-45C6-7DDB-66AFB415069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DE660DF9-E1C4-5761-5FC3-5D2AEF15370B}"/>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7BEF33CE-9AB9-2977-453D-017FBD4238B0}"/>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984175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accent2"/>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5" name="Title 9">
            <a:extLst>
              <a:ext uri="{FF2B5EF4-FFF2-40B4-BE49-F238E27FC236}">
                <a16:creationId xmlns:a16="http://schemas.microsoft.com/office/drawing/2014/main" id="{213AB558-35C1-4A44-D31A-525DE98EC36A}"/>
              </a:ext>
            </a:extLst>
          </p:cNvPr>
          <p:cNvSpPr>
            <a:spLocks noGrp="1"/>
          </p:cNvSpPr>
          <p:nvPr>
            <p:ph type="title"/>
          </p:nvPr>
        </p:nvSpPr>
        <p:spPr>
          <a:xfrm>
            <a:off x="1806646" y="4411825"/>
            <a:ext cx="8385556" cy="1500447"/>
          </a:xfrm>
        </p:spPr>
        <p:txBody>
          <a:bodyPr>
            <a:normAutofit/>
          </a:bodyPr>
          <a:lstStyle>
            <a:lvl1pPr algn="ctr">
              <a:lnSpc>
                <a:spcPct val="120000"/>
              </a:lnSpc>
              <a:spcBef>
                <a:spcPts val="1000"/>
              </a:spcBef>
              <a:defRPr sz="2400" cap="all" baseline="0">
                <a:latin typeface="+mn-lt"/>
              </a:defRPr>
            </a:lvl1pPr>
          </a:lstStyle>
          <a:p>
            <a:r>
              <a:rPr lang="en-US" dirty="0"/>
              <a:t>Click to edit Master title style</a:t>
            </a:r>
          </a:p>
        </p:txBody>
      </p:sp>
      <p:sp>
        <p:nvSpPr>
          <p:cNvPr id="4" name="Content Placeholder 5">
            <a:extLst>
              <a:ext uri="{FF2B5EF4-FFF2-40B4-BE49-F238E27FC236}">
                <a16:creationId xmlns:a16="http://schemas.microsoft.com/office/drawing/2014/main" id="{0A5A92EC-E3FB-31E9-61F0-EE7ECD707D39}"/>
              </a:ext>
            </a:extLst>
          </p:cNvPr>
          <p:cNvSpPr>
            <a:spLocks noGrp="1"/>
          </p:cNvSpPr>
          <p:nvPr>
            <p:ph sz="quarter" idx="10" hasCustomPrompt="1"/>
          </p:nvPr>
        </p:nvSpPr>
        <p:spPr>
          <a:xfrm>
            <a:off x="708096" y="731564"/>
            <a:ext cx="10582656" cy="3680261"/>
          </a:xfrm>
        </p:spPr>
        <p:txBody>
          <a:bodyPr anchor="b">
            <a:noAutofit/>
          </a:bodyPr>
          <a:lstStyle>
            <a:lvl1pPr marL="0" indent="0" algn="ctr">
              <a:lnSpc>
                <a:spcPct val="90000"/>
              </a:lnSpc>
              <a:buNone/>
              <a:defRPr sz="23200">
                <a:latin typeface="+mj-lt"/>
              </a:defRPr>
            </a:lvl1pPr>
          </a:lstStyle>
          <a:p>
            <a:pPr lvl="0"/>
            <a:r>
              <a:rPr lang="en-US" dirty="0"/>
              <a:t>##%</a:t>
            </a:r>
          </a:p>
        </p:txBody>
      </p:sp>
      <p:sp>
        <p:nvSpPr>
          <p:cNvPr id="8" name="Footer Placeholder 4">
            <a:extLst>
              <a:ext uri="{FF2B5EF4-FFF2-40B4-BE49-F238E27FC236}">
                <a16:creationId xmlns:a16="http://schemas.microsoft.com/office/drawing/2014/main" id="{0772E3F0-624C-9464-9338-4D71D7C1241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7" name="Date Placeholder 3">
            <a:extLst>
              <a:ext uri="{FF2B5EF4-FFF2-40B4-BE49-F238E27FC236}">
                <a16:creationId xmlns:a16="http://schemas.microsoft.com/office/drawing/2014/main" id="{DDC64F13-B276-91F5-3FAF-69DAEAF48A4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7A266EE2-59A7-B270-100C-C647392CA5E6}"/>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3639619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accent4"/>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10" name="Title 9">
            <a:extLst>
              <a:ext uri="{FF2B5EF4-FFF2-40B4-BE49-F238E27FC236}">
                <a16:creationId xmlns:a16="http://schemas.microsoft.com/office/drawing/2014/main" id="{CFF24796-27C6-1A14-59BA-1D20CAD01649}"/>
              </a:ext>
            </a:extLst>
          </p:cNvPr>
          <p:cNvSpPr>
            <a:spLocks noGrp="1"/>
          </p:cNvSpPr>
          <p:nvPr>
            <p:ph type="title"/>
          </p:nvPr>
        </p:nvSpPr>
        <p:spPr>
          <a:xfrm>
            <a:off x="1042666" y="4411825"/>
            <a:ext cx="8385556" cy="1500447"/>
          </a:xfrm>
        </p:spPr>
        <p:txBody>
          <a:bodyPr>
            <a:normAutofit/>
          </a:bodyPr>
          <a:lstStyle>
            <a:lvl1pPr>
              <a:lnSpc>
                <a:spcPct val="120000"/>
              </a:lnSpc>
              <a:spcBef>
                <a:spcPts val="1000"/>
              </a:spcBef>
              <a:defRPr sz="2400" cap="all" baseline="0">
                <a:latin typeface="+mn-lt"/>
              </a:defRPr>
            </a:lvl1pPr>
          </a:lstStyle>
          <a:p>
            <a:r>
              <a:rPr lang="en-US" dirty="0"/>
              <a:t>Click to edit Master title style</a:t>
            </a:r>
          </a:p>
        </p:txBody>
      </p:sp>
      <p:sp>
        <p:nvSpPr>
          <p:cNvPr id="6" name="Content Placeholder 5">
            <a:extLst>
              <a:ext uri="{FF2B5EF4-FFF2-40B4-BE49-F238E27FC236}">
                <a16:creationId xmlns:a16="http://schemas.microsoft.com/office/drawing/2014/main" id="{339E7A66-804B-6952-8FF1-16C74E3D536B}"/>
              </a:ext>
            </a:extLst>
          </p:cNvPr>
          <p:cNvSpPr>
            <a:spLocks noGrp="1"/>
          </p:cNvSpPr>
          <p:nvPr>
            <p:ph sz="quarter" idx="10" hasCustomPrompt="1"/>
          </p:nvPr>
        </p:nvSpPr>
        <p:spPr>
          <a:xfrm>
            <a:off x="1042666" y="731564"/>
            <a:ext cx="9918700" cy="3680261"/>
          </a:xfrm>
        </p:spPr>
        <p:txBody>
          <a:bodyPr anchor="b">
            <a:noAutofit/>
          </a:bodyPr>
          <a:lstStyle>
            <a:lvl1pPr marL="0" indent="0">
              <a:lnSpc>
                <a:spcPct val="90000"/>
              </a:lnSpc>
              <a:buNone/>
              <a:defRPr sz="23200">
                <a:latin typeface="+mj-lt"/>
              </a:defRPr>
            </a:lvl1pPr>
          </a:lstStyle>
          <a:p>
            <a:pPr lvl="0"/>
            <a:r>
              <a:rPr lang="en-US" dirty="0"/>
              <a:t>##%</a:t>
            </a:r>
          </a:p>
        </p:txBody>
      </p:sp>
      <p:sp>
        <p:nvSpPr>
          <p:cNvPr id="8" name="Footer Placeholder 4">
            <a:extLst>
              <a:ext uri="{FF2B5EF4-FFF2-40B4-BE49-F238E27FC236}">
                <a16:creationId xmlns:a16="http://schemas.microsoft.com/office/drawing/2014/main" id="{48B0C2F5-833E-589B-382A-13B46D9A4B26}"/>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7" name="Date Placeholder 3">
            <a:extLst>
              <a:ext uri="{FF2B5EF4-FFF2-40B4-BE49-F238E27FC236}">
                <a16:creationId xmlns:a16="http://schemas.microsoft.com/office/drawing/2014/main" id="{FB498214-05A5-D7BC-183C-F46B38033726}"/>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21D5C440-7C25-FCBF-0AFD-9A43D18655E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8849751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3"/>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6" name="Title 9">
            <a:extLst>
              <a:ext uri="{FF2B5EF4-FFF2-40B4-BE49-F238E27FC236}">
                <a16:creationId xmlns:a16="http://schemas.microsoft.com/office/drawing/2014/main" id="{966F0FDE-BE83-A597-B207-9E1836880992}"/>
              </a:ext>
            </a:extLst>
          </p:cNvPr>
          <p:cNvSpPr>
            <a:spLocks noGrp="1"/>
          </p:cNvSpPr>
          <p:nvPr>
            <p:ph type="title"/>
          </p:nvPr>
        </p:nvSpPr>
        <p:spPr>
          <a:xfrm>
            <a:off x="1806646" y="4411825"/>
            <a:ext cx="8385556" cy="1500447"/>
          </a:xfrm>
        </p:spPr>
        <p:txBody>
          <a:bodyPr>
            <a:normAutofit/>
          </a:bodyPr>
          <a:lstStyle>
            <a:lvl1pPr algn="ctr">
              <a:lnSpc>
                <a:spcPct val="120000"/>
              </a:lnSpc>
              <a:spcBef>
                <a:spcPts val="1000"/>
              </a:spcBef>
              <a:defRPr sz="2400" cap="all" baseline="0">
                <a:latin typeface="+mn-lt"/>
              </a:defRPr>
            </a:lvl1pPr>
          </a:lstStyle>
          <a:p>
            <a:r>
              <a:rPr lang="en-US" dirty="0"/>
              <a:t>Click to edit Master title style</a:t>
            </a:r>
          </a:p>
        </p:txBody>
      </p:sp>
      <p:sp>
        <p:nvSpPr>
          <p:cNvPr id="5" name="Content Placeholder 5">
            <a:extLst>
              <a:ext uri="{FF2B5EF4-FFF2-40B4-BE49-F238E27FC236}">
                <a16:creationId xmlns:a16="http://schemas.microsoft.com/office/drawing/2014/main" id="{AECA9D19-419F-EF79-9149-F59A94F89DF0}"/>
              </a:ext>
            </a:extLst>
          </p:cNvPr>
          <p:cNvSpPr>
            <a:spLocks noGrp="1"/>
          </p:cNvSpPr>
          <p:nvPr>
            <p:ph sz="quarter" idx="10" hasCustomPrompt="1"/>
          </p:nvPr>
        </p:nvSpPr>
        <p:spPr>
          <a:xfrm>
            <a:off x="708096" y="731564"/>
            <a:ext cx="10582656" cy="3680261"/>
          </a:xfrm>
        </p:spPr>
        <p:txBody>
          <a:bodyPr anchor="b">
            <a:noAutofit/>
          </a:bodyPr>
          <a:lstStyle>
            <a:lvl1pPr marL="0" indent="0" algn="ctr">
              <a:lnSpc>
                <a:spcPct val="90000"/>
              </a:lnSpc>
              <a:buNone/>
              <a:defRPr sz="23200">
                <a:latin typeface="+mj-lt"/>
              </a:defRPr>
            </a:lvl1pPr>
          </a:lstStyle>
          <a:p>
            <a:pPr lvl="0"/>
            <a:r>
              <a:rPr lang="en-US" dirty="0"/>
              <a:t>##%</a:t>
            </a:r>
          </a:p>
        </p:txBody>
      </p:sp>
      <p:sp>
        <p:nvSpPr>
          <p:cNvPr id="8" name="Footer Placeholder 4">
            <a:extLst>
              <a:ext uri="{FF2B5EF4-FFF2-40B4-BE49-F238E27FC236}">
                <a16:creationId xmlns:a16="http://schemas.microsoft.com/office/drawing/2014/main" id="{F573A4C0-0776-77C6-66AA-8AB5D53B5E6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7" name="Date Placeholder 3">
            <a:extLst>
              <a:ext uri="{FF2B5EF4-FFF2-40B4-BE49-F238E27FC236}">
                <a16:creationId xmlns:a16="http://schemas.microsoft.com/office/drawing/2014/main" id="{22B00FB5-92F5-2777-E446-7B3B689332FF}"/>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0F52380C-3432-CA29-4761-532477B722E2}"/>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25712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3"/>
        </a:solidFill>
        <a:effectLst/>
      </p:bgPr>
    </p:bg>
    <p:spTree>
      <p:nvGrpSpPr>
        <p:cNvPr id="1" name=""/>
        <p:cNvGrpSpPr/>
        <p:nvPr/>
      </p:nvGrpSpPr>
      <p:grpSpPr>
        <a:xfrm>
          <a:off x="0" y="0"/>
          <a:ext cx="0" cy="0"/>
          <a:chOff x="0" y="0"/>
          <a:chExt cx="0" cy="0"/>
        </a:xfrm>
      </p:grpSpPr>
      <p:sp>
        <p:nvSpPr>
          <p:cNvPr id="6" name="Shape 2">
            <a:extLst>
              <a:ext uri="{FF2B5EF4-FFF2-40B4-BE49-F238E27FC236}">
                <a16:creationId xmlns:a16="http://schemas.microsoft.com/office/drawing/2014/main" id="{A53F8570-6B05-5072-2FE4-39B21A8F9EA3}"/>
              </a:ext>
            </a:extLst>
          </p:cNvPr>
          <p:cNvSpPr/>
          <p:nvPr/>
        </p:nvSpPr>
        <p:spPr>
          <a:xfrm>
            <a:off x="1062566" y="1161412"/>
            <a:ext cx="10221119"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8" name="Shape 1">
            <a:extLst>
              <a:ext uri="{FF2B5EF4-FFF2-40B4-BE49-F238E27FC236}">
                <a16:creationId xmlns:a16="http://schemas.microsoft.com/office/drawing/2014/main" id="{08F171EE-5BF3-25A4-19B0-5E5E7959125A}"/>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9927" y="1322671"/>
            <a:ext cx="9298005" cy="3907858"/>
          </a:xfrm>
        </p:spPr>
        <p:txBody>
          <a:bodyPr anchor="ctr">
            <a:noAutofit/>
          </a:bodyPr>
          <a:lstStyle>
            <a:lvl1pPr marL="0" indent="0" algn="ctr">
              <a:lnSpc>
                <a:spcPct val="90000"/>
              </a:lnSpc>
              <a:buNone/>
              <a:defRPr sz="6000" b="1" cap="all" baseline="0"/>
            </a:lvl1pPr>
            <a:lvl2pPr marL="228600" indent="0" algn="ctr">
              <a:lnSpc>
                <a:spcPct val="90000"/>
              </a:lnSpc>
              <a:buNone/>
              <a:defRPr sz="5400" b="1"/>
            </a:lvl2pPr>
            <a:lvl3pPr marL="457200" indent="0" algn="ctr">
              <a:lnSpc>
                <a:spcPct val="90000"/>
              </a:lnSpc>
              <a:buNone/>
              <a:defRPr sz="4800" b="1"/>
            </a:lvl3pPr>
            <a:lvl4pPr marL="685800" indent="0" algn="ctr">
              <a:lnSpc>
                <a:spcPct val="90000"/>
              </a:lnSpc>
              <a:buNone/>
              <a:defRPr sz="4400" b="1"/>
            </a:lvl4pPr>
            <a:lvl5pPr marL="914400" indent="0" algn="ctr">
              <a:lnSpc>
                <a:spcPct val="90000"/>
              </a:lnSpc>
              <a:buNone/>
              <a:defRPr sz="4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7CE3EBB0-2A3C-612E-DC6C-0AE876654FE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Date Placeholder 3">
            <a:extLst>
              <a:ext uri="{FF2B5EF4-FFF2-40B4-BE49-F238E27FC236}">
                <a16:creationId xmlns:a16="http://schemas.microsoft.com/office/drawing/2014/main" id="{075E6F7F-E895-1277-02D6-F925FA6D27A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39676103-43BF-3489-0BCB-B1D89DE77C04}"/>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055569955"/>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2">
    <p:bg>
      <p:bgPr>
        <a:solidFill>
          <a:schemeClr val="accent2"/>
        </a:solidFill>
        <a:effectLst/>
      </p:bgPr>
    </p:bg>
    <p:spTree>
      <p:nvGrpSpPr>
        <p:cNvPr id="1" name=""/>
        <p:cNvGrpSpPr/>
        <p:nvPr/>
      </p:nvGrpSpPr>
      <p:grpSpPr>
        <a:xfrm>
          <a:off x="0" y="0"/>
          <a:ext cx="0" cy="0"/>
          <a:chOff x="0" y="0"/>
          <a:chExt cx="0" cy="0"/>
        </a:xfrm>
      </p:grpSpPr>
      <p:sp>
        <p:nvSpPr>
          <p:cNvPr id="6" name="Shape 2">
            <a:extLst>
              <a:ext uri="{FF2B5EF4-FFF2-40B4-BE49-F238E27FC236}">
                <a16:creationId xmlns:a16="http://schemas.microsoft.com/office/drawing/2014/main" id="{67509756-1709-4FB3-87C9-65E52F8A642D}"/>
              </a:ext>
            </a:extLst>
          </p:cNvPr>
          <p:cNvSpPr/>
          <p:nvPr/>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8" name="Shape 1">
            <a:extLst>
              <a:ext uri="{FF2B5EF4-FFF2-40B4-BE49-F238E27FC236}">
                <a16:creationId xmlns:a16="http://schemas.microsoft.com/office/drawing/2014/main" id="{CF72170A-AA7E-9DE2-6ECB-19945A37EAD7}"/>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3C9F461-9F58-7EDE-FFF1-E8FCAD2E23AE}"/>
              </a:ext>
            </a:extLst>
          </p:cNvPr>
          <p:cNvSpPr>
            <a:spLocks noGrp="1"/>
          </p:cNvSpPr>
          <p:nvPr>
            <p:ph sz="quarter" idx="14" hasCustomPrompt="1"/>
          </p:nvPr>
        </p:nvSpPr>
        <p:spPr>
          <a:xfrm>
            <a:off x="1319927" y="1322104"/>
            <a:ext cx="9297987" cy="3908425"/>
          </a:xfrm>
        </p:spPr>
        <p:txBody>
          <a:bodyPr anchor="ctr">
            <a:noAutofit/>
          </a:bodyPr>
          <a:lstStyle>
            <a:lvl1pPr marL="0" indent="0">
              <a:lnSpc>
                <a:spcPct val="90000"/>
              </a:lnSpc>
              <a:buNone/>
              <a:defRPr sz="6000" b="1" cap="all" baseline="0"/>
            </a:lvl1pPr>
            <a:lvl2pPr marL="228600" indent="0">
              <a:lnSpc>
                <a:spcPct val="90000"/>
              </a:lnSpc>
              <a:buNone/>
              <a:defRPr sz="5400"/>
            </a:lvl2pPr>
            <a:lvl3pPr marL="457200" indent="0">
              <a:lnSpc>
                <a:spcPct val="90000"/>
              </a:lnSpc>
              <a:buNone/>
              <a:defRPr sz="4800"/>
            </a:lvl3pPr>
            <a:lvl4pPr marL="685800" indent="0">
              <a:lnSpc>
                <a:spcPct val="90000"/>
              </a:lnSpc>
              <a:buNone/>
              <a:defRPr sz="4400"/>
            </a:lvl4pPr>
            <a:lvl5pPr marL="914400" indent="0">
              <a:lnSpc>
                <a:spcPct val="90000"/>
              </a:lnSpc>
              <a:buNone/>
              <a:defRPr sz="40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B368E2D6-4C18-38E3-8152-995311472939}"/>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2" name="Date Placeholder 3">
            <a:extLst>
              <a:ext uri="{FF2B5EF4-FFF2-40B4-BE49-F238E27FC236}">
                <a16:creationId xmlns:a16="http://schemas.microsoft.com/office/drawing/2014/main" id="{9CB827A9-A5DE-C188-2939-D60BED18436C}"/>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4" name="Slide Number Placeholder 5">
            <a:extLst>
              <a:ext uri="{FF2B5EF4-FFF2-40B4-BE49-F238E27FC236}">
                <a16:creationId xmlns:a16="http://schemas.microsoft.com/office/drawing/2014/main" id="{2FEBF00D-1E46-AF2D-0D8E-2F38D533C171}"/>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416968667"/>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4"/>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C9F509C9-EBD3-FFB9-4531-BBE9EE870C9B}"/>
              </a:ext>
            </a:extLst>
          </p:cNvPr>
          <p:cNvGrpSpPr/>
          <p:nvPr/>
        </p:nvGrpSpPr>
        <p:grpSpPr>
          <a:xfrm>
            <a:off x="452064" y="492893"/>
            <a:ext cx="11287872" cy="5876422"/>
            <a:chOff x="521208" y="647905"/>
            <a:chExt cx="11365969" cy="5565740"/>
          </a:xfrm>
        </p:grpSpPr>
        <p:sp>
          <p:nvSpPr>
            <p:cNvPr id="11" name="Shape">
              <a:extLst>
                <a:ext uri="{FF2B5EF4-FFF2-40B4-BE49-F238E27FC236}">
                  <a16:creationId xmlns:a16="http://schemas.microsoft.com/office/drawing/2014/main" id="{F77DADAD-5C68-8B22-D7D6-9EFA4FCE9FBF}"/>
                </a:ext>
              </a:extLst>
            </p:cNvPr>
            <p:cNvSpPr/>
            <p:nvPr/>
          </p:nvSpPr>
          <p:spPr>
            <a:xfrm>
              <a:off x="725402" y="1009217"/>
              <a:ext cx="11161775" cy="520442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C84AEDAF-DA87-0FC6-A421-8548D43C9150}"/>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9" name="Content Placeholder 6">
            <a:extLst>
              <a:ext uri="{FF2B5EF4-FFF2-40B4-BE49-F238E27FC236}">
                <a16:creationId xmlns:a16="http://schemas.microsoft.com/office/drawing/2014/main" id="{3F4551C1-F77D-5DEA-D4A6-E296C313BDBD}"/>
              </a:ext>
            </a:extLst>
          </p:cNvPr>
          <p:cNvSpPr>
            <a:spLocks noGrp="1"/>
          </p:cNvSpPr>
          <p:nvPr>
            <p:ph sz="quarter" idx="13" hasCustomPrompt="1"/>
          </p:nvPr>
        </p:nvSpPr>
        <p:spPr>
          <a:xfrm>
            <a:off x="811593" y="844209"/>
            <a:ext cx="10362510" cy="4968161"/>
          </a:xfrm>
        </p:spPr>
        <p:txBody>
          <a:bodyPr anchor="ctr">
            <a:noAutofit/>
          </a:bodyPr>
          <a:lstStyle>
            <a:lvl1pPr marL="0" indent="0" algn="ctr">
              <a:lnSpc>
                <a:spcPct val="90000"/>
              </a:lnSpc>
              <a:buNone/>
              <a:defRPr sz="6000" b="1" cap="all" baseline="0"/>
            </a:lvl1pPr>
            <a:lvl2pPr marL="228600" indent="0" algn="ctr">
              <a:lnSpc>
                <a:spcPct val="90000"/>
              </a:lnSpc>
              <a:buNone/>
              <a:defRPr sz="5400" b="1"/>
            </a:lvl2pPr>
            <a:lvl3pPr marL="457200" indent="0" algn="ctr">
              <a:lnSpc>
                <a:spcPct val="90000"/>
              </a:lnSpc>
              <a:buNone/>
              <a:defRPr sz="4800" b="1"/>
            </a:lvl3pPr>
            <a:lvl4pPr marL="685800" indent="0" algn="ctr">
              <a:lnSpc>
                <a:spcPct val="90000"/>
              </a:lnSpc>
              <a:buNone/>
              <a:defRPr sz="4400" b="1"/>
            </a:lvl4pPr>
            <a:lvl5pPr marL="914400" indent="0" algn="ctr">
              <a:lnSpc>
                <a:spcPct val="90000"/>
              </a:lnSpc>
              <a:buNone/>
              <a:defRPr sz="4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a:extLst>
              <a:ext uri="{FF2B5EF4-FFF2-40B4-BE49-F238E27FC236}">
                <a16:creationId xmlns:a16="http://schemas.microsoft.com/office/drawing/2014/main" id="{6C2AFDFC-279D-866C-97E4-0413DAD3750E}"/>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6" name="Date Placeholder 3">
            <a:extLst>
              <a:ext uri="{FF2B5EF4-FFF2-40B4-BE49-F238E27FC236}">
                <a16:creationId xmlns:a16="http://schemas.microsoft.com/office/drawing/2014/main" id="{D329DF21-7E57-6F8D-84A6-32DD2CDC6644}"/>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8" name="Slide Number Placeholder 5">
            <a:extLst>
              <a:ext uri="{FF2B5EF4-FFF2-40B4-BE49-F238E27FC236}">
                <a16:creationId xmlns:a16="http://schemas.microsoft.com/office/drawing/2014/main" id="{7F0DFF13-FAC1-37BC-2037-41048E696257}"/>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475149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sp>
        <p:nvSpPr>
          <p:cNvPr id="12" name="Shape">
            <a:extLst>
              <a:ext uri="{FF2B5EF4-FFF2-40B4-BE49-F238E27FC236}">
                <a16:creationId xmlns:a16="http://schemas.microsoft.com/office/drawing/2014/main" id="{2DE75237-C959-D427-59CB-754609076995}"/>
              </a:ext>
            </a:extLst>
          </p:cNvPr>
          <p:cNvSpPr/>
          <p:nvPr/>
        </p:nvSpPr>
        <p:spPr>
          <a:xfrm>
            <a:off x="680973" y="1199512"/>
            <a:ext cx="11058961"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accent2">
                  <a:lumMod val="20000"/>
                  <a:lumOff val="80000"/>
                </a:schemeClr>
              </a:solidFill>
              <a:latin typeface="Karla"/>
              <a:ea typeface="Karla"/>
              <a:cs typeface="Karla"/>
              <a:sym typeface="Karla"/>
            </a:endParaRPr>
          </a:p>
        </p:txBody>
      </p:sp>
      <p:sp>
        <p:nvSpPr>
          <p:cNvPr id="13" name="Shape">
            <a:extLst>
              <a:ext uri="{FF2B5EF4-FFF2-40B4-BE49-F238E27FC236}">
                <a16:creationId xmlns:a16="http://schemas.microsoft.com/office/drawing/2014/main" id="{2E7456C8-E832-7DE1-2809-F37CD2039059}"/>
              </a:ext>
            </a:extLst>
          </p:cNvPr>
          <p:cNvSpPr/>
          <p:nvPr/>
        </p:nvSpPr>
        <p:spPr>
          <a:xfrm>
            <a:off x="452064" y="838200"/>
            <a:ext cx="11058961"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6" name="Title 7">
            <a:extLst>
              <a:ext uri="{FF2B5EF4-FFF2-40B4-BE49-F238E27FC236}">
                <a16:creationId xmlns:a16="http://schemas.microsoft.com/office/drawing/2014/main" id="{C8B71B71-DED1-B066-5130-1F2DE6145746}"/>
              </a:ext>
            </a:extLst>
          </p:cNvPr>
          <p:cNvSpPr>
            <a:spLocks noGrp="1"/>
          </p:cNvSpPr>
          <p:nvPr>
            <p:ph type="title" hasCustomPrompt="1"/>
          </p:nvPr>
        </p:nvSpPr>
        <p:spPr>
          <a:xfrm>
            <a:off x="1263157" y="4171150"/>
            <a:ext cx="9427773" cy="466344"/>
          </a:xfrm>
        </p:spPr>
        <p:txBody>
          <a:bodyPr anchor="ctr">
            <a:normAutofit/>
          </a:bodyPr>
          <a:lstStyle>
            <a:lvl1pPr algn="ctr">
              <a:lnSpc>
                <a:spcPct val="120000"/>
              </a:lnSpc>
              <a:defRPr sz="2200" b="1" cap="all" baseline="0">
                <a:latin typeface="+mn-lt"/>
              </a:defRPr>
            </a:lvl1pPr>
          </a:lstStyle>
          <a:p>
            <a:r>
              <a:rPr lang="en-US" dirty="0"/>
              <a:t>Quote Author</a:t>
            </a:r>
          </a:p>
        </p:txBody>
      </p:sp>
      <p:sp>
        <p:nvSpPr>
          <p:cNvPr id="2" name="Content Placeholder 6">
            <a:extLst>
              <a:ext uri="{FF2B5EF4-FFF2-40B4-BE49-F238E27FC236}">
                <a16:creationId xmlns:a16="http://schemas.microsoft.com/office/drawing/2014/main" id="{764B92A2-9C11-A473-0B3F-CAAD66CB9FFC}"/>
              </a:ext>
            </a:extLst>
          </p:cNvPr>
          <p:cNvSpPr>
            <a:spLocks noGrp="1"/>
          </p:cNvSpPr>
          <p:nvPr>
            <p:ph sz="quarter" idx="10" hasCustomPrompt="1"/>
          </p:nvPr>
        </p:nvSpPr>
        <p:spPr>
          <a:xfrm>
            <a:off x="1050623" y="1475874"/>
            <a:ext cx="9852843" cy="2393479"/>
          </a:xfrm>
        </p:spPr>
        <p:txBody>
          <a:bodyPr anchor="b">
            <a:normAutofit/>
          </a:bodyPr>
          <a:lstStyle>
            <a:lvl1pPr marL="228600" indent="0" algn="ctr">
              <a:buNone/>
              <a:defRPr sz="40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add Quote</a:t>
            </a:r>
          </a:p>
        </p:txBody>
      </p:sp>
      <p:sp>
        <p:nvSpPr>
          <p:cNvPr id="4" name="Footer Placeholder 4">
            <a:extLst>
              <a:ext uri="{FF2B5EF4-FFF2-40B4-BE49-F238E27FC236}">
                <a16:creationId xmlns:a16="http://schemas.microsoft.com/office/drawing/2014/main" id="{B47B8EDB-536A-003E-AE0A-AB072C6BD4F2}"/>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F59023AF-254C-8366-C5DA-6778C61166AB}"/>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5" name="Slide Number Placeholder 5">
            <a:extLst>
              <a:ext uri="{FF2B5EF4-FFF2-40B4-BE49-F238E27FC236}">
                <a16:creationId xmlns:a16="http://schemas.microsoft.com/office/drawing/2014/main" id="{BCDA5A3A-7694-A45B-B5A0-90DAAB4B23EE}"/>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02738282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3"/>
        </a:solidFill>
        <a:effectLst/>
      </p:bgPr>
    </p:bg>
    <p:spTree>
      <p:nvGrpSpPr>
        <p:cNvPr id="1" name=""/>
        <p:cNvGrpSpPr/>
        <p:nvPr/>
      </p:nvGrpSpPr>
      <p:grpSpPr>
        <a:xfrm>
          <a:off x="0" y="0"/>
          <a:ext cx="0" cy="0"/>
          <a:chOff x="0" y="0"/>
          <a:chExt cx="0" cy="0"/>
        </a:xfrm>
      </p:grpSpPr>
      <p:sp>
        <p:nvSpPr>
          <p:cNvPr id="12" name="Shape">
            <a:extLst>
              <a:ext uri="{FF2B5EF4-FFF2-40B4-BE49-F238E27FC236}">
                <a16:creationId xmlns:a16="http://schemas.microsoft.com/office/drawing/2014/main" id="{2DE75237-C959-D427-59CB-754609076995}"/>
              </a:ext>
            </a:extLst>
          </p:cNvPr>
          <p:cNvSpPr/>
          <p:nvPr/>
        </p:nvSpPr>
        <p:spPr>
          <a:xfrm>
            <a:off x="680973" y="1199512"/>
            <a:ext cx="11058961"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accent2">
                  <a:lumMod val="20000"/>
                  <a:lumOff val="80000"/>
                </a:schemeClr>
              </a:solidFill>
              <a:latin typeface="Karla"/>
              <a:ea typeface="Karla"/>
              <a:cs typeface="Karla"/>
              <a:sym typeface="Karla"/>
            </a:endParaRPr>
          </a:p>
        </p:txBody>
      </p:sp>
      <p:sp>
        <p:nvSpPr>
          <p:cNvPr id="13" name="Shape">
            <a:extLst>
              <a:ext uri="{FF2B5EF4-FFF2-40B4-BE49-F238E27FC236}">
                <a16:creationId xmlns:a16="http://schemas.microsoft.com/office/drawing/2014/main" id="{2E7456C8-E832-7DE1-2809-F37CD2039059}"/>
              </a:ext>
            </a:extLst>
          </p:cNvPr>
          <p:cNvSpPr/>
          <p:nvPr/>
        </p:nvSpPr>
        <p:spPr>
          <a:xfrm>
            <a:off x="452064" y="838200"/>
            <a:ext cx="11058961"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8" name="Title 7">
            <a:extLst>
              <a:ext uri="{FF2B5EF4-FFF2-40B4-BE49-F238E27FC236}">
                <a16:creationId xmlns:a16="http://schemas.microsoft.com/office/drawing/2014/main" id="{F1D793A1-BF22-DDD0-DBA9-DEFF700F008F}"/>
              </a:ext>
            </a:extLst>
          </p:cNvPr>
          <p:cNvSpPr>
            <a:spLocks noGrp="1"/>
          </p:cNvSpPr>
          <p:nvPr>
            <p:ph type="title" hasCustomPrompt="1"/>
          </p:nvPr>
        </p:nvSpPr>
        <p:spPr>
          <a:xfrm>
            <a:off x="800100" y="4935583"/>
            <a:ext cx="9427773" cy="466344"/>
          </a:xfrm>
        </p:spPr>
        <p:txBody>
          <a:bodyPr anchor="ctr">
            <a:normAutofit/>
          </a:bodyPr>
          <a:lstStyle>
            <a:lvl1pPr>
              <a:lnSpc>
                <a:spcPct val="120000"/>
              </a:lnSpc>
              <a:defRPr sz="2200" b="1" cap="all" baseline="0">
                <a:latin typeface="+mn-lt"/>
              </a:defRPr>
            </a:lvl1pPr>
          </a:lstStyle>
          <a:p>
            <a:r>
              <a:rPr lang="en-US" dirty="0"/>
              <a:t>Quote Author</a:t>
            </a:r>
          </a:p>
        </p:txBody>
      </p:sp>
      <p:sp>
        <p:nvSpPr>
          <p:cNvPr id="7" name="Content Placeholder 6">
            <a:extLst>
              <a:ext uri="{FF2B5EF4-FFF2-40B4-BE49-F238E27FC236}">
                <a16:creationId xmlns:a16="http://schemas.microsoft.com/office/drawing/2014/main" id="{3B302FB0-A6C5-BD5A-AF43-984A6C3F8682}"/>
              </a:ext>
            </a:extLst>
          </p:cNvPr>
          <p:cNvSpPr>
            <a:spLocks noGrp="1"/>
          </p:cNvSpPr>
          <p:nvPr>
            <p:ph sz="quarter" idx="10" hasCustomPrompt="1"/>
          </p:nvPr>
        </p:nvSpPr>
        <p:spPr>
          <a:xfrm>
            <a:off x="800100" y="1365758"/>
            <a:ext cx="9898063" cy="3308350"/>
          </a:xfrm>
        </p:spPr>
        <p:txBody>
          <a:bodyPr anchor="ctr">
            <a:normAutofit/>
          </a:bodyPr>
          <a:lstStyle>
            <a:lvl1pPr marL="228600" indent="0">
              <a:buNone/>
              <a:defRPr sz="40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add Quote</a:t>
            </a:r>
          </a:p>
        </p:txBody>
      </p:sp>
      <p:sp>
        <p:nvSpPr>
          <p:cNvPr id="3" name="Footer Placeholder 4">
            <a:extLst>
              <a:ext uri="{FF2B5EF4-FFF2-40B4-BE49-F238E27FC236}">
                <a16:creationId xmlns:a16="http://schemas.microsoft.com/office/drawing/2014/main" id="{90B46980-787B-28B2-BEF9-0889894EF45C}"/>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2" name="Date Placeholder 3">
            <a:extLst>
              <a:ext uri="{FF2B5EF4-FFF2-40B4-BE49-F238E27FC236}">
                <a16:creationId xmlns:a16="http://schemas.microsoft.com/office/drawing/2014/main" id="{CA696B03-9BC5-E21E-A5FD-103860D280D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4" name="Slide Number Placeholder 5">
            <a:extLst>
              <a:ext uri="{FF2B5EF4-FFF2-40B4-BE49-F238E27FC236}">
                <a16:creationId xmlns:a16="http://schemas.microsoft.com/office/drawing/2014/main" id="{AB97DCEF-D6BB-4719-2240-3051D4DDEDEE}"/>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6869464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2"/>
        </a:solidFill>
        <a:effectLst/>
      </p:bgPr>
    </p:bg>
    <p:spTree>
      <p:nvGrpSpPr>
        <p:cNvPr id="1" name=""/>
        <p:cNvGrpSpPr/>
        <p:nvPr/>
      </p:nvGrpSpPr>
      <p:grpSpPr>
        <a:xfrm>
          <a:off x="0" y="0"/>
          <a:ext cx="0" cy="0"/>
          <a:chOff x="0" y="0"/>
          <a:chExt cx="0" cy="0"/>
        </a:xfrm>
      </p:grpSpPr>
      <p:sp>
        <p:nvSpPr>
          <p:cNvPr id="8" name="Shape 2">
            <a:extLst>
              <a:ext uri="{FF2B5EF4-FFF2-40B4-BE49-F238E27FC236}">
                <a16:creationId xmlns:a16="http://schemas.microsoft.com/office/drawing/2014/main" id="{7FA2DADE-9D41-2081-4A77-1D5CE9B7776B}"/>
              </a:ext>
            </a:extLst>
          </p:cNvPr>
          <p:cNvSpPr/>
          <p:nvPr/>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1">
            <a:extLst>
              <a:ext uri="{FF2B5EF4-FFF2-40B4-BE49-F238E27FC236}">
                <a16:creationId xmlns:a16="http://schemas.microsoft.com/office/drawing/2014/main" id="{D138D331-ECD1-1788-A7CA-448A49C9F489}"/>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4" name="Title 7">
            <a:extLst>
              <a:ext uri="{FF2B5EF4-FFF2-40B4-BE49-F238E27FC236}">
                <a16:creationId xmlns:a16="http://schemas.microsoft.com/office/drawing/2014/main" id="{B18BA15F-A0BE-EFD1-7E68-4B1BD84BEB67}"/>
              </a:ext>
            </a:extLst>
          </p:cNvPr>
          <p:cNvSpPr>
            <a:spLocks noGrp="1"/>
          </p:cNvSpPr>
          <p:nvPr>
            <p:ph type="title" hasCustomPrompt="1"/>
          </p:nvPr>
        </p:nvSpPr>
        <p:spPr>
          <a:xfrm>
            <a:off x="1236585" y="4526280"/>
            <a:ext cx="9108208" cy="466344"/>
          </a:xfrm>
        </p:spPr>
        <p:txBody>
          <a:bodyPr anchor="ctr">
            <a:normAutofit/>
          </a:bodyPr>
          <a:lstStyle>
            <a:lvl1pPr>
              <a:lnSpc>
                <a:spcPct val="120000"/>
              </a:lnSpc>
              <a:defRPr sz="2200" b="1" cap="all" baseline="0">
                <a:latin typeface="+mn-lt"/>
              </a:defRPr>
            </a:lvl1pPr>
          </a:lstStyle>
          <a:p>
            <a:r>
              <a:rPr lang="en-US" dirty="0"/>
              <a:t>Quote Author</a:t>
            </a:r>
          </a:p>
        </p:txBody>
      </p:sp>
      <p:sp>
        <p:nvSpPr>
          <p:cNvPr id="3" name="Content Placeholder 6">
            <a:extLst>
              <a:ext uri="{FF2B5EF4-FFF2-40B4-BE49-F238E27FC236}">
                <a16:creationId xmlns:a16="http://schemas.microsoft.com/office/drawing/2014/main" id="{56074EC9-559B-FD63-2E36-6C0F1C29A954}"/>
              </a:ext>
            </a:extLst>
          </p:cNvPr>
          <p:cNvSpPr>
            <a:spLocks noGrp="1"/>
          </p:cNvSpPr>
          <p:nvPr>
            <p:ph sz="quarter" idx="10" hasCustomPrompt="1"/>
          </p:nvPr>
        </p:nvSpPr>
        <p:spPr>
          <a:xfrm>
            <a:off x="1236585" y="1527048"/>
            <a:ext cx="9108208" cy="2704206"/>
          </a:xfrm>
        </p:spPr>
        <p:txBody>
          <a:bodyPr anchor="t">
            <a:normAutofit/>
          </a:bodyPr>
          <a:lstStyle>
            <a:lvl1pPr marL="0" indent="0">
              <a:lnSpc>
                <a:spcPct val="100000"/>
              </a:lnSpc>
              <a:spcBef>
                <a:spcPts val="0"/>
              </a:spcBef>
              <a:buNone/>
              <a:defRPr sz="44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add Quote</a:t>
            </a:r>
          </a:p>
        </p:txBody>
      </p:sp>
      <p:sp>
        <p:nvSpPr>
          <p:cNvPr id="13" name="Footer Placeholder 4">
            <a:extLst>
              <a:ext uri="{FF2B5EF4-FFF2-40B4-BE49-F238E27FC236}">
                <a16:creationId xmlns:a16="http://schemas.microsoft.com/office/drawing/2014/main" id="{FB5B5DC6-7732-056F-CCE9-08CA0A2F5A70}"/>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2" name="Date Placeholder 3">
            <a:extLst>
              <a:ext uri="{FF2B5EF4-FFF2-40B4-BE49-F238E27FC236}">
                <a16:creationId xmlns:a16="http://schemas.microsoft.com/office/drawing/2014/main" id="{C30CB01E-671D-F7D5-38AC-15837FE387E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6" name="Slide Number Placeholder 5">
            <a:extLst>
              <a:ext uri="{FF2B5EF4-FFF2-40B4-BE49-F238E27FC236}">
                <a16:creationId xmlns:a16="http://schemas.microsoft.com/office/drawing/2014/main" id="{1CEAD38F-C515-CF0A-DFEF-E4F3E918B03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71218772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Shape">
            <a:extLst>
              <a:ext uri="{FF2B5EF4-FFF2-40B4-BE49-F238E27FC236}">
                <a16:creationId xmlns:a16="http://schemas.microsoft.com/office/drawing/2014/main" id="{8EAF9CAC-FFA2-BEF7-4631-1C54E575EDE5}"/>
              </a:ext>
            </a:extLst>
          </p:cNvPr>
          <p:cNvSpPr/>
          <p:nvPr/>
        </p:nvSpPr>
        <p:spPr>
          <a:xfrm>
            <a:off x="734919" y="2106081"/>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37C03440-D61A-0EBF-6628-89058E855965}"/>
              </a:ext>
            </a:extLst>
          </p:cNvPr>
          <p:cNvSpPr/>
          <p:nvPr/>
        </p:nvSpPr>
        <p:spPr>
          <a:xfrm>
            <a:off x="6525104" y="2090064"/>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966704" cy="1132258"/>
          </a:xfrm>
        </p:spPr>
        <p:txBody>
          <a:bodyPr anchor="t"/>
          <a:lstStyle/>
          <a:p>
            <a:r>
              <a:rPr lang="en-US"/>
              <a:t>Click to edit Master title style</a:t>
            </a:r>
            <a:endParaRPr lang="en-US" dirty="0"/>
          </a:p>
        </p:txBody>
      </p:sp>
      <p:sp>
        <p:nvSpPr>
          <p:cNvPr id="11" name="Content Placeholder 6">
            <a:extLst>
              <a:ext uri="{FF2B5EF4-FFF2-40B4-BE49-F238E27FC236}">
                <a16:creationId xmlns:a16="http://schemas.microsoft.com/office/drawing/2014/main" id="{B0235ED5-6A34-E190-C6AF-47C4365CF4DA}"/>
              </a:ext>
            </a:extLst>
          </p:cNvPr>
          <p:cNvSpPr>
            <a:spLocks noGrp="1"/>
          </p:cNvSpPr>
          <p:nvPr>
            <p:ph sz="quarter" idx="17"/>
          </p:nvPr>
        </p:nvSpPr>
        <p:spPr>
          <a:xfrm>
            <a:off x="612647" y="1956816"/>
            <a:ext cx="5049837" cy="3986212"/>
          </a:xfrm>
          <a:solidFill>
            <a:schemeClr val="bg1"/>
          </a:solidFill>
          <a:ln w="25400">
            <a:solidFill>
              <a:schemeClr val="dk1"/>
            </a:solidFill>
          </a:ln>
        </p:spPr>
        <p:txBody>
          <a:bodyPr lIns="365760" tIns="274320" rIns="365760"/>
          <a:lstStyle>
            <a:lvl1pPr marL="0" indent="0">
              <a:buNone/>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15924B5D-8BA0-6E97-9FCD-477345587304}"/>
              </a:ext>
            </a:extLst>
          </p:cNvPr>
          <p:cNvSpPr>
            <a:spLocks noGrp="1"/>
          </p:cNvSpPr>
          <p:nvPr>
            <p:ph sz="quarter" idx="16"/>
          </p:nvPr>
        </p:nvSpPr>
        <p:spPr>
          <a:xfrm>
            <a:off x="6402388" y="1941513"/>
            <a:ext cx="5049837" cy="3986212"/>
          </a:xfrm>
          <a:solidFill>
            <a:schemeClr val="bg1"/>
          </a:solidFill>
          <a:ln w="25400">
            <a:solidFill>
              <a:schemeClr val="dk1"/>
            </a:solidFill>
          </a:ln>
        </p:spPr>
        <p:txBody>
          <a:bodyPr lIns="365760" tIns="274320" rIns="365760"/>
          <a:lstStyle>
            <a:lvl1pPr marL="0" indent="0">
              <a:buNone/>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9E9D210-740B-975E-F164-1DE3D1A898C0}"/>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4378DF6A-F028-C688-AFFC-152D73F73A1C}"/>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EF58732C-80CB-B4FE-AB5F-DDFE3F83A3D7}"/>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3644107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87053FE2-64E0-3012-349A-A9A3630871D9}"/>
              </a:ext>
            </a:extLst>
          </p:cNvPr>
          <p:cNvSpPr/>
          <p:nvPr/>
        </p:nvSpPr>
        <p:spPr>
          <a:xfrm>
            <a:off x="734919" y="2106081"/>
            <a:ext cx="5054248" cy="398701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1" name="Shape">
            <a:extLst>
              <a:ext uri="{FF2B5EF4-FFF2-40B4-BE49-F238E27FC236}">
                <a16:creationId xmlns:a16="http://schemas.microsoft.com/office/drawing/2014/main" id="{C46A75A9-A17B-098E-3A45-F6C555BE2639}"/>
              </a:ext>
            </a:extLst>
          </p:cNvPr>
          <p:cNvSpPr/>
          <p:nvPr/>
        </p:nvSpPr>
        <p:spPr>
          <a:xfrm>
            <a:off x="609964" y="1964050"/>
            <a:ext cx="5054248" cy="3987012"/>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3" name="Shape">
            <a:extLst>
              <a:ext uri="{FF2B5EF4-FFF2-40B4-BE49-F238E27FC236}">
                <a16:creationId xmlns:a16="http://schemas.microsoft.com/office/drawing/2014/main" id="{09A08B6C-E5A4-86B0-F3FC-9D459A8BBBFE}"/>
              </a:ext>
            </a:extLst>
          </p:cNvPr>
          <p:cNvSpPr/>
          <p:nvPr/>
        </p:nvSpPr>
        <p:spPr>
          <a:xfrm>
            <a:off x="6527790" y="2106081"/>
            <a:ext cx="5054248" cy="398701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BC04CEF9-7BA9-D4E7-7852-594CC56DBD37}"/>
              </a:ext>
            </a:extLst>
          </p:cNvPr>
          <p:cNvSpPr/>
          <p:nvPr/>
        </p:nvSpPr>
        <p:spPr>
          <a:xfrm>
            <a:off x="6402835" y="1964050"/>
            <a:ext cx="5054248" cy="3987012"/>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7" name="Title 1">
            <a:extLst>
              <a:ext uri="{FF2B5EF4-FFF2-40B4-BE49-F238E27FC236}">
                <a16:creationId xmlns:a16="http://schemas.microsoft.com/office/drawing/2014/main" id="{FDBC014A-57E4-E622-1B5A-DDCDE4F19F68}"/>
              </a:ext>
            </a:extLst>
          </p:cNvPr>
          <p:cNvSpPr>
            <a:spLocks noGrp="1"/>
          </p:cNvSpPr>
          <p:nvPr>
            <p:ph type="title"/>
          </p:nvPr>
        </p:nvSpPr>
        <p:spPr>
          <a:xfrm>
            <a:off x="612648" y="548640"/>
            <a:ext cx="10966704" cy="1132258"/>
          </a:xfrm>
        </p:spPr>
        <p:txBody>
          <a:bodyPr anchor="t"/>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923026" y="2140585"/>
            <a:ext cx="4433978" cy="575962"/>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6" name="Text Placeholder 2">
            <a:extLst>
              <a:ext uri="{FF2B5EF4-FFF2-40B4-BE49-F238E27FC236}">
                <a16:creationId xmlns:a16="http://schemas.microsoft.com/office/drawing/2014/main" id="{BBDB215F-F64D-AFEC-78DE-A34FCC39898B}"/>
              </a:ext>
            </a:extLst>
          </p:cNvPr>
          <p:cNvSpPr>
            <a:spLocks noGrp="1"/>
          </p:cNvSpPr>
          <p:nvPr>
            <p:ph type="body" idx="17"/>
          </p:nvPr>
        </p:nvSpPr>
        <p:spPr>
          <a:xfrm>
            <a:off x="6715897" y="2140585"/>
            <a:ext cx="4433978" cy="575962"/>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923026" y="2842450"/>
            <a:ext cx="4433978" cy="289824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5">
            <a:extLst>
              <a:ext uri="{FF2B5EF4-FFF2-40B4-BE49-F238E27FC236}">
                <a16:creationId xmlns:a16="http://schemas.microsoft.com/office/drawing/2014/main" id="{2EAD70E4-41EC-CD82-9922-84432DB90008}"/>
              </a:ext>
            </a:extLst>
          </p:cNvPr>
          <p:cNvSpPr>
            <a:spLocks noGrp="1"/>
          </p:cNvSpPr>
          <p:nvPr>
            <p:ph sz="quarter" idx="16"/>
          </p:nvPr>
        </p:nvSpPr>
        <p:spPr>
          <a:xfrm>
            <a:off x="6715897" y="2842450"/>
            <a:ext cx="4433978" cy="28982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E45957D-E390-A6CD-0738-7DBCB3C4B41C}"/>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2" name="Date Placeholder 3">
            <a:extLst>
              <a:ext uri="{FF2B5EF4-FFF2-40B4-BE49-F238E27FC236}">
                <a16:creationId xmlns:a16="http://schemas.microsoft.com/office/drawing/2014/main" id="{6323C36B-3396-E0B9-7965-0F8040BFF21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78F87EB5-54D8-0C98-C391-699B7F558C89}"/>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99259499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endParaRPr lang="en-US" dirty="0"/>
          </a:p>
        </p:txBody>
      </p:sp>
      <p:sp>
        <p:nvSpPr>
          <p:cNvPr id="4" name="Footer Placeholder 4">
            <a:extLst>
              <a:ext uri="{FF2B5EF4-FFF2-40B4-BE49-F238E27FC236}">
                <a16:creationId xmlns:a16="http://schemas.microsoft.com/office/drawing/2014/main" id="{997C84A4-6A79-3485-A77E-989CD758309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9E55074A-9964-8F29-CF91-8A0D5AF16CB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5" name="Slide Number Placeholder 5">
            <a:extLst>
              <a:ext uri="{FF2B5EF4-FFF2-40B4-BE49-F238E27FC236}">
                <a16:creationId xmlns:a16="http://schemas.microsoft.com/office/drawing/2014/main" id="{6AAF6FDF-2AC3-DB97-1683-2D56D880D51B}"/>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745344233"/>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A6B9D93-9B64-1CD3-A833-FFDD8C5DBA7C}"/>
              </a:ext>
            </a:extLst>
          </p:cNvPr>
          <p:cNvGrpSpPr/>
          <p:nvPr/>
        </p:nvGrpSpPr>
        <p:grpSpPr>
          <a:xfrm>
            <a:off x="452064" y="492893"/>
            <a:ext cx="11287872" cy="5876422"/>
            <a:chOff x="521208" y="647905"/>
            <a:chExt cx="11365969" cy="5565740"/>
          </a:xfrm>
        </p:grpSpPr>
        <p:sp>
          <p:nvSpPr>
            <p:cNvPr id="11" name="Shape">
              <a:extLst>
                <a:ext uri="{FF2B5EF4-FFF2-40B4-BE49-F238E27FC236}">
                  <a16:creationId xmlns:a16="http://schemas.microsoft.com/office/drawing/2014/main" id="{37BFBC61-3CC2-D636-FC54-55E9720C4A08}"/>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9D0D17A4-DEA9-4B44-C0FE-1238BACA12F7}"/>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3" name="Footer Placeholder 4">
            <a:extLst>
              <a:ext uri="{FF2B5EF4-FFF2-40B4-BE49-F238E27FC236}">
                <a16:creationId xmlns:a16="http://schemas.microsoft.com/office/drawing/2014/main" id="{373E672C-94F7-4F94-AA9D-0B2344E4BC8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2" name="Date Placeholder 3">
            <a:extLst>
              <a:ext uri="{FF2B5EF4-FFF2-40B4-BE49-F238E27FC236}">
                <a16:creationId xmlns:a16="http://schemas.microsoft.com/office/drawing/2014/main" id="{794D1CA6-A4DC-DBEE-5E99-FCD16E8FE0E4}"/>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4" name="Slide Number Placeholder 5">
            <a:extLst>
              <a:ext uri="{FF2B5EF4-FFF2-40B4-BE49-F238E27FC236}">
                <a16:creationId xmlns:a16="http://schemas.microsoft.com/office/drawing/2014/main" id="{C02D83F5-E164-0E11-063F-914D641C1C8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06243727"/>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4">
            <a:extLst>
              <a:ext uri="{FF2B5EF4-FFF2-40B4-BE49-F238E27FC236}">
                <a16:creationId xmlns:a16="http://schemas.microsoft.com/office/drawing/2014/main" id="{3490C2B9-2891-C4B8-A62C-388B9E630863}"/>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5" name="Date Placeholder 3">
            <a:extLst>
              <a:ext uri="{FF2B5EF4-FFF2-40B4-BE49-F238E27FC236}">
                <a16:creationId xmlns:a16="http://schemas.microsoft.com/office/drawing/2014/main" id="{72391F72-8364-5853-5AF7-052CEB5F9248}"/>
              </a:ext>
            </a:extLst>
          </p:cNvPr>
          <p:cNvSpPr>
            <a:spLocks noGrp="1"/>
          </p:cNvSpPr>
          <p:nvPr>
            <p:ph type="dt" sz="half" idx="10"/>
          </p:nvPr>
        </p:nvSpPr>
        <p:spPr>
          <a:xfrm>
            <a:off x="8893929" y="6410960"/>
            <a:ext cx="2202644" cy="298120"/>
          </a:xfrm>
          <a:prstGeom prst="rect">
            <a:avLst/>
          </a:prstGeom>
        </p:spPr>
        <p:txBody>
          <a:bodyPr anchor="b"/>
          <a:lstStyle>
            <a:lvl1pPr>
              <a:defRPr sz="1200"/>
            </a:lvl1pPr>
          </a:lstStyle>
          <a:p>
            <a:endParaRPr lang="en-US"/>
          </a:p>
        </p:txBody>
      </p:sp>
      <p:sp>
        <p:nvSpPr>
          <p:cNvPr id="7" name="Slide Number Placeholder 5">
            <a:extLst>
              <a:ext uri="{FF2B5EF4-FFF2-40B4-BE49-F238E27FC236}">
                <a16:creationId xmlns:a16="http://schemas.microsoft.com/office/drawing/2014/main" id="{8E50753C-CFE5-2B43-A721-D0E923A0E0E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048327124"/>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Shape">
            <a:extLst>
              <a:ext uri="{FF2B5EF4-FFF2-40B4-BE49-F238E27FC236}">
                <a16:creationId xmlns:a16="http://schemas.microsoft.com/office/drawing/2014/main" id="{AAA00F4A-8B03-B8A7-EF9E-9FA816B844D9}"/>
              </a:ext>
            </a:extLst>
          </p:cNvPr>
          <p:cNvSpPr/>
          <p:nvPr/>
        </p:nvSpPr>
        <p:spPr>
          <a:xfrm>
            <a:off x="5134801" y="980808"/>
            <a:ext cx="6345319" cy="5190277"/>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57784"/>
            <a:ext cx="3595634" cy="1762083"/>
          </a:xfrm>
        </p:spPr>
        <p:txBody>
          <a:bodyPr anchor="t">
            <a:normAutofit/>
          </a:bodyPr>
          <a:lstStyle>
            <a:lvl1pPr>
              <a:defRPr sz="36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10">
            <a:extLst>
              <a:ext uri="{FF2B5EF4-FFF2-40B4-BE49-F238E27FC236}">
                <a16:creationId xmlns:a16="http://schemas.microsoft.com/office/drawing/2014/main" id="{6AB62C19-EED5-2CB6-3778-D242A01B31A4}"/>
              </a:ext>
            </a:extLst>
          </p:cNvPr>
          <p:cNvSpPr>
            <a:spLocks noGrp="1"/>
          </p:cNvSpPr>
          <p:nvPr>
            <p:ph type="pic" sz="quarter" idx="13" hasCustomPrompt="1"/>
          </p:nvPr>
        </p:nvSpPr>
        <p:spPr>
          <a:xfrm>
            <a:off x="4976261" y="557784"/>
            <a:ext cx="6345319" cy="5437925"/>
          </a:xfrm>
          <a:blipFill>
            <a:blip r:embed="rId2">
              <a:alphaModFix amt="70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
        <p:nvSpPr>
          <p:cNvPr id="10" name="Footer Placeholder 4">
            <a:extLst>
              <a:ext uri="{FF2B5EF4-FFF2-40B4-BE49-F238E27FC236}">
                <a16:creationId xmlns:a16="http://schemas.microsoft.com/office/drawing/2014/main" id="{13D8F1A6-74FA-F0AA-BD1D-9179B632224B}"/>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CDAC8853-1F8E-BAF2-7EA5-E7CC3A30143B}"/>
              </a:ext>
            </a:extLst>
          </p:cNvPr>
          <p:cNvSpPr>
            <a:spLocks noGrp="1"/>
          </p:cNvSpPr>
          <p:nvPr>
            <p:ph type="dt" sz="half" idx="14"/>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81F632EE-8F97-1D42-BC0E-348FE22EAD0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869237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60F089B-9235-81DB-CA69-D7CB62593609}"/>
              </a:ext>
            </a:extLst>
          </p:cNvPr>
          <p:cNvGrpSpPr/>
          <p:nvPr/>
        </p:nvGrpSpPr>
        <p:grpSpPr>
          <a:xfrm>
            <a:off x="452064" y="492893"/>
            <a:ext cx="11287872" cy="5876422"/>
            <a:chOff x="521208" y="647905"/>
            <a:chExt cx="11365969" cy="5565740"/>
          </a:xfrm>
        </p:grpSpPr>
        <p:sp>
          <p:nvSpPr>
            <p:cNvPr id="4" name="Shape 2">
              <a:extLst>
                <a:ext uri="{FF2B5EF4-FFF2-40B4-BE49-F238E27FC236}">
                  <a16:creationId xmlns:a16="http://schemas.microsoft.com/office/drawing/2014/main" id="{A7BE37C7-4A0D-B366-88A7-61DDF6BADDFF}"/>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sp>
          <p:nvSpPr>
            <p:cNvPr id="5" name="Shape1">
              <a:extLst>
                <a:ext uri="{FF2B5EF4-FFF2-40B4-BE49-F238E27FC236}">
                  <a16:creationId xmlns:a16="http://schemas.microsoft.com/office/drawing/2014/main" id="{F6ED5B22-34B0-7A29-DE32-F681BB887699}"/>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51011" y="1571632"/>
            <a:ext cx="6905972" cy="1133856"/>
          </a:xfrm>
        </p:spPr>
        <p:txBody>
          <a:bodyPr anchor="b">
            <a:noAutofit/>
          </a:bodyPr>
          <a:lstStyle>
            <a:lvl1pPr>
              <a:defRPr sz="6000">
                <a:solidFill>
                  <a:schemeClr val="tx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072428" y="3198297"/>
            <a:ext cx="9844686" cy="2411393"/>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a:extLst>
              <a:ext uri="{FF2B5EF4-FFF2-40B4-BE49-F238E27FC236}">
                <a16:creationId xmlns:a16="http://schemas.microsoft.com/office/drawing/2014/main" id="{43B0EB48-D222-B712-F2B3-9932C893C4F7}"/>
              </a:ext>
            </a:extLst>
          </p:cNvPr>
          <p:cNvSpPr>
            <a:spLocks noGrp="1"/>
          </p:cNvSpPr>
          <p:nvPr>
            <p:ph type="ftr" sz="quarter" idx="3"/>
          </p:nvPr>
        </p:nvSpPr>
        <p:spPr>
          <a:xfrm>
            <a:off x="612647" y="6410960"/>
            <a:ext cx="2805405" cy="298120"/>
          </a:xfrm>
          <a:prstGeom prst="rect">
            <a:avLst/>
          </a:prstGeom>
        </p:spPr>
        <p:txBody>
          <a:bodyPr anchor="b"/>
          <a:lstStyle>
            <a:lvl1pPr>
              <a:defRPr sz="1200">
                <a:solidFill>
                  <a:schemeClr val="bg1"/>
                </a:solidFill>
              </a:defRPr>
            </a:lvl1pPr>
          </a:lstStyle>
          <a:p>
            <a:endParaRPr lang="en-US"/>
          </a:p>
        </p:txBody>
      </p:sp>
      <p:sp>
        <p:nvSpPr>
          <p:cNvPr id="6" name="Date Placeholder 3">
            <a:extLst>
              <a:ext uri="{FF2B5EF4-FFF2-40B4-BE49-F238E27FC236}">
                <a16:creationId xmlns:a16="http://schemas.microsoft.com/office/drawing/2014/main" id="{A38DC1E4-B259-385B-34D7-4FEBAE45C04F}"/>
              </a:ext>
            </a:extLst>
          </p:cNvPr>
          <p:cNvSpPr>
            <a:spLocks noGrp="1"/>
          </p:cNvSpPr>
          <p:nvPr>
            <p:ph type="dt" sz="half" idx="2"/>
          </p:nvPr>
        </p:nvSpPr>
        <p:spPr>
          <a:xfrm>
            <a:off x="8893929" y="6410960"/>
            <a:ext cx="2202644" cy="298120"/>
          </a:xfrm>
          <a:prstGeom prst="rect">
            <a:avLst/>
          </a:prstGeom>
        </p:spPr>
        <p:txBody>
          <a:bodyPr anchor="b"/>
          <a:lstStyle>
            <a:lvl1pPr>
              <a:defRPr sz="1200">
                <a:solidFill>
                  <a:schemeClr val="bg1"/>
                </a:solidFill>
              </a:defRPr>
            </a:lvl1pPr>
          </a:lstStyle>
          <a:p>
            <a:endParaRPr lang="en-US"/>
          </a:p>
        </p:txBody>
      </p:sp>
      <p:sp>
        <p:nvSpPr>
          <p:cNvPr id="9" name="Slide Number Placeholder 5">
            <a:extLst>
              <a:ext uri="{FF2B5EF4-FFF2-40B4-BE49-F238E27FC236}">
                <a16:creationId xmlns:a16="http://schemas.microsoft.com/office/drawing/2014/main" id="{BB0374E6-29F5-6E16-088E-EC1EE38D0D71}"/>
              </a:ext>
            </a:extLst>
          </p:cNvPr>
          <p:cNvSpPr>
            <a:spLocks noGrp="1"/>
          </p:cNvSpPr>
          <p:nvPr>
            <p:ph type="sldNum" sz="quarter" idx="4"/>
          </p:nvPr>
        </p:nvSpPr>
        <p:spPr>
          <a:xfrm>
            <a:off x="11147096" y="6410960"/>
            <a:ext cx="429207" cy="298120"/>
          </a:xfrm>
          <a:prstGeom prst="rect">
            <a:avLst/>
          </a:prstGeom>
        </p:spPr>
        <p:txBody>
          <a:bodyPr anchor="b"/>
          <a:lstStyle>
            <a:lvl1pPr>
              <a:defRPr sz="1200">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63638636"/>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67284EC-3D0F-3F16-846C-AB08017ABD0D}"/>
              </a:ext>
            </a:extLst>
          </p:cNvPr>
          <p:cNvGrpSpPr/>
          <p:nvPr/>
        </p:nvGrpSpPr>
        <p:grpSpPr>
          <a:xfrm>
            <a:off x="1290931" y="492893"/>
            <a:ext cx="9610139" cy="5876422"/>
            <a:chOff x="521208" y="647905"/>
            <a:chExt cx="11365969" cy="5565740"/>
          </a:xfrm>
        </p:grpSpPr>
        <p:sp>
          <p:nvSpPr>
            <p:cNvPr id="4" name="Shape 2">
              <a:extLst>
                <a:ext uri="{FF2B5EF4-FFF2-40B4-BE49-F238E27FC236}">
                  <a16:creationId xmlns:a16="http://schemas.microsoft.com/office/drawing/2014/main" id="{7E5FBE18-9CC6-A8C8-127B-CCA2232BDB14}"/>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sp>
          <p:nvSpPr>
            <p:cNvPr id="5" name="Shape1">
              <a:extLst>
                <a:ext uri="{FF2B5EF4-FFF2-40B4-BE49-F238E27FC236}">
                  <a16:creationId xmlns:a16="http://schemas.microsoft.com/office/drawing/2014/main" id="{896B8FC0-2B00-3276-EB32-68AEA34310A4}"/>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79548" y="1627318"/>
            <a:ext cx="8257213" cy="1842020"/>
          </a:xfrm>
        </p:spPr>
        <p:txBody>
          <a:bodyPr anchor="b">
            <a:noAutofit/>
          </a:bodyPr>
          <a:lstStyle>
            <a:lvl1pPr>
              <a:defRPr sz="60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1879669" y="3622674"/>
            <a:ext cx="8257087" cy="1279615"/>
          </a:xfrm>
        </p:spPr>
        <p:txBody>
          <a:bodyPr>
            <a:no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4">
            <a:extLst>
              <a:ext uri="{FF2B5EF4-FFF2-40B4-BE49-F238E27FC236}">
                <a16:creationId xmlns:a16="http://schemas.microsoft.com/office/drawing/2014/main" id="{300BE14F-B804-8786-E6FC-084A0A7FA683}"/>
              </a:ext>
            </a:extLst>
          </p:cNvPr>
          <p:cNvSpPr>
            <a:spLocks noGrp="1"/>
          </p:cNvSpPr>
          <p:nvPr>
            <p:ph type="ftr" sz="quarter" idx="3"/>
          </p:nvPr>
        </p:nvSpPr>
        <p:spPr>
          <a:xfrm>
            <a:off x="612647" y="6410960"/>
            <a:ext cx="2805405" cy="298120"/>
          </a:xfrm>
          <a:prstGeom prst="rect">
            <a:avLst/>
          </a:prstGeom>
        </p:spPr>
        <p:txBody>
          <a:bodyPr anchor="b"/>
          <a:lstStyle>
            <a:lvl1pPr>
              <a:defRPr sz="1200">
                <a:solidFill>
                  <a:schemeClr val="bg1"/>
                </a:solidFill>
              </a:defRPr>
            </a:lvl1pPr>
          </a:lstStyle>
          <a:p>
            <a:endParaRPr lang="en-US"/>
          </a:p>
        </p:txBody>
      </p:sp>
      <p:sp>
        <p:nvSpPr>
          <p:cNvPr id="8" name="Date Placeholder 3">
            <a:extLst>
              <a:ext uri="{FF2B5EF4-FFF2-40B4-BE49-F238E27FC236}">
                <a16:creationId xmlns:a16="http://schemas.microsoft.com/office/drawing/2014/main" id="{61CB601B-B447-CD6E-FCA1-4CC6DDC76626}"/>
              </a:ext>
            </a:extLst>
          </p:cNvPr>
          <p:cNvSpPr>
            <a:spLocks noGrp="1"/>
          </p:cNvSpPr>
          <p:nvPr>
            <p:ph type="dt" sz="half" idx="2"/>
          </p:nvPr>
        </p:nvSpPr>
        <p:spPr>
          <a:xfrm>
            <a:off x="8893929" y="6410960"/>
            <a:ext cx="2202644" cy="298120"/>
          </a:xfrm>
          <a:prstGeom prst="rect">
            <a:avLst/>
          </a:prstGeom>
        </p:spPr>
        <p:txBody>
          <a:bodyPr anchor="b"/>
          <a:lstStyle>
            <a:lvl1pPr>
              <a:defRPr sz="12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1F950DAF-2879-C094-CC30-7714177A4C96}"/>
              </a:ext>
            </a:extLst>
          </p:cNvPr>
          <p:cNvSpPr>
            <a:spLocks noGrp="1"/>
          </p:cNvSpPr>
          <p:nvPr>
            <p:ph type="sldNum" sz="quarter" idx="4"/>
          </p:nvPr>
        </p:nvSpPr>
        <p:spPr>
          <a:xfrm>
            <a:off x="11147096" y="6410960"/>
            <a:ext cx="429207" cy="298120"/>
          </a:xfrm>
          <a:prstGeom prst="rect">
            <a:avLst/>
          </a:prstGeom>
        </p:spPr>
        <p:txBody>
          <a:bodyPr anchor="b"/>
          <a:lstStyle>
            <a:lvl1pPr>
              <a:defRPr sz="1200">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274678482"/>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63287480"/>
      </p:ext>
    </p:extLst>
  </p:cSld>
  <p:clrMapOvr>
    <a:masterClrMapping/>
  </p:clrMapOvr>
  <p:hf sldNum="0"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375073313"/>
      </p:ext>
    </p:extLst>
  </p:cSld>
  <p:clrMapOvr>
    <a:masterClrMapping/>
  </p:clrMapOvr>
  <p:hf sldNum="0"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309438843"/>
      </p:ext>
    </p:extLst>
  </p:cSld>
  <p:clrMapOvr>
    <a:masterClrMapping/>
  </p:clrMapOvr>
  <p:hf sldNum="0"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7028312"/>
      </p:ext>
    </p:extLst>
  </p:cSld>
  <p:clrMapOvr>
    <a:masterClrMapping/>
  </p:clrMapOvr>
  <p:hf sldNum="0"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496169246"/>
      </p:ext>
    </p:extLst>
  </p:cSld>
  <p:clrMapOvr>
    <a:masterClrMapping/>
  </p:clrMapOvr>
  <p:hf sldNum="0"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78230416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653189176"/>
      </p:ext>
    </p:extLst>
  </p:cSld>
  <p:clrMapOvr>
    <a:masterClrMapping/>
  </p:clrMapOvr>
  <p:hf sldNum="0"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22799145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42525914"/>
      </p:ext>
    </p:extLst>
  </p:cSld>
  <p:clrMapOvr>
    <a:masterClrMapping/>
  </p:clrMapOvr>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507557604"/>
      </p:ext>
    </p:extLst>
  </p:cSld>
  <p:clrMapOvr>
    <a:masterClrMapping/>
  </p:clrMapOvr>
  <p:hf sldNum="0"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779799313"/>
      </p:ext>
    </p:extLst>
  </p:cSld>
  <p:clrMapOvr>
    <a:masterClrMapping/>
  </p:clrMapOvr>
  <p:hf sldNum="0"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843565703"/>
      </p:ext>
    </p:extLst>
  </p:cSld>
  <p:clrMapOvr>
    <a:masterClrMapping/>
  </p:clrMapOvr>
  <p:hf sldNum="0"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449234782"/>
      </p:ext>
    </p:extLst>
  </p:cSld>
  <p:clrMapOvr>
    <a:masterClrMapping/>
  </p:clrMapOvr>
  <p:hf sldNum="0"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413506177"/>
      </p:ext>
    </p:extLst>
  </p:cSld>
  <p:clrMapOvr>
    <a:masterClrMapping/>
  </p:clrMapOvr>
  <p:hf sldNum="0"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609547580"/>
      </p:ext>
    </p:extLst>
  </p:cSld>
  <p:clrMapOvr>
    <a:masterClrMapping/>
  </p:clrMapOvr>
  <p:hf sldNum="0"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315841984"/>
      </p:ext>
    </p:extLst>
  </p:cSld>
  <p:clrMapOvr>
    <a:masterClrMapping/>
  </p:clrMapOvr>
  <p:hf sldNum="0" hdr="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942276905"/>
      </p:ext>
    </p:extLst>
  </p:cSld>
  <p:clrMapOvr>
    <a:masterClrMapping/>
  </p:clrMapOvr>
  <p:hf sldNum="0"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userDrawn="1">
  <p:cSld name="Title with Picture 3">
    <p:bg>
      <p:bgRef idx="1001">
        <a:schemeClr val="bg1"/>
      </p:bgRef>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7F24906-AE7E-6354-BEF6-653E4278B8E2}"/>
              </a:ext>
            </a:extLst>
          </p:cNvPr>
          <p:cNvGrpSpPr/>
          <p:nvPr/>
        </p:nvGrpSpPr>
        <p:grpSpPr>
          <a:xfrm>
            <a:off x="365760" y="366348"/>
            <a:ext cx="4886768" cy="6125303"/>
            <a:chOff x="521210" y="647905"/>
            <a:chExt cx="11365967" cy="5565740"/>
          </a:xfrm>
        </p:grpSpPr>
        <p:sp>
          <p:nvSpPr>
            <p:cNvPr id="8" name="Shape 2">
              <a:extLst>
                <a:ext uri="{FF2B5EF4-FFF2-40B4-BE49-F238E27FC236}">
                  <a16:creationId xmlns:a16="http://schemas.microsoft.com/office/drawing/2014/main" id="{97863BD0-3668-62B2-C6F4-BD77D371C352}"/>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1">
              <a:extLst>
                <a:ext uri="{FF2B5EF4-FFF2-40B4-BE49-F238E27FC236}">
                  <a16:creationId xmlns:a16="http://schemas.microsoft.com/office/drawing/2014/main" id="{A731F6E5-8C9E-C424-E6F3-6E6FC4DD5464}"/>
                </a:ext>
              </a:extLst>
            </p:cNvPr>
            <p:cNvSpPr/>
            <p:nvPr/>
          </p:nvSpPr>
          <p:spPr>
            <a:xfrm>
              <a:off x="521210" y="647905"/>
              <a:ext cx="10911523"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5" name="Title 4">
            <a:extLst>
              <a:ext uri="{FF2B5EF4-FFF2-40B4-BE49-F238E27FC236}">
                <a16:creationId xmlns:a16="http://schemas.microsoft.com/office/drawing/2014/main" id="{1FE1C070-AE3A-DBC9-E7FC-B233E403A44B}"/>
              </a:ext>
            </a:extLst>
          </p:cNvPr>
          <p:cNvSpPr>
            <a:spLocks noGrp="1"/>
          </p:cNvSpPr>
          <p:nvPr>
            <p:ph type="title"/>
          </p:nvPr>
        </p:nvSpPr>
        <p:spPr>
          <a:xfrm>
            <a:off x="593541" y="603503"/>
            <a:ext cx="4235820" cy="3739895"/>
          </a:xfrm>
        </p:spPr>
        <p:txBody>
          <a:bodyPr>
            <a:normAutofit/>
          </a:bodyPr>
          <a:lstStyle>
            <a:lvl1pPr>
              <a:defRPr sz="5200"/>
            </a:lvl1pPr>
          </a:lstStyle>
          <a:p>
            <a:r>
              <a:rPr lang="en-US" dirty="0"/>
              <a:t>Click to edit Master title style</a:t>
            </a:r>
          </a:p>
        </p:txBody>
      </p:sp>
      <p:sp>
        <p:nvSpPr>
          <p:cNvPr id="13" name="Subtitle 2">
            <a:extLst>
              <a:ext uri="{FF2B5EF4-FFF2-40B4-BE49-F238E27FC236}">
                <a16:creationId xmlns:a16="http://schemas.microsoft.com/office/drawing/2014/main" id="{2F9F140D-1A01-09CE-B008-51350362BB32}"/>
              </a:ext>
            </a:extLst>
          </p:cNvPr>
          <p:cNvSpPr>
            <a:spLocks noGrp="1"/>
          </p:cNvSpPr>
          <p:nvPr>
            <p:ph type="subTitle" idx="1"/>
          </p:nvPr>
        </p:nvSpPr>
        <p:spPr>
          <a:xfrm>
            <a:off x="593541" y="4661255"/>
            <a:ext cx="4235820" cy="1380744"/>
          </a:xfrm>
        </p:spPr>
        <p:txBody>
          <a:bodyPr vert="horz" lIns="91440" tIns="45720" rIns="91440" bIns="45720" rtlCol="0" anchor="b">
            <a:normAutofit/>
          </a:bodyPr>
          <a:lstStyle>
            <a:lvl1pPr marL="0" indent="0">
              <a:buNone/>
              <a:defRPr lang="en-US" sz="1800" cap="all" baseline="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613962" y="0"/>
            <a:ext cx="6578038" cy="6858000"/>
          </a:xfrm>
          <a:blipFill>
            <a:blip r:embed="rId2">
              <a:alphaModFix amt="85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cxnSp>
        <p:nvCxnSpPr>
          <p:cNvPr id="10" name="Straight Connector 9">
            <a:extLst>
              <a:ext uri="{FF2B5EF4-FFF2-40B4-BE49-F238E27FC236}">
                <a16:creationId xmlns:a16="http://schemas.microsoft.com/office/drawing/2014/main" id="{E33280CB-6F3A-4AAC-F373-F6910037E871}"/>
              </a:ext>
            </a:extLst>
          </p:cNvPr>
          <p:cNvCxnSpPr>
            <a:cxnSpLocks/>
          </p:cNvCxnSpPr>
          <p:nvPr/>
        </p:nvCxnSpPr>
        <p:spPr>
          <a:xfrm>
            <a:off x="5594712"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859710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cSld name="Content">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D8A1486C-62DF-0286-F0FA-6D8E6C8513B7}"/>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7" name="Text Placeholder 2">
            <a:extLst>
              <a:ext uri="{FF2B5EF4-FFF2-40B4-BE49-F238E27FC236}">
                <a16:creationId xmlns:a16="http://schemas.microsoft.com/office/drawing/2014/main" id="{F873A82E-EC69-8912-507C-DA9B307DE6F2}"/>
              </a:ext>
            </a:extLst>
          </p:cNvPr>
          <p:cNvSpPr>
            <a:spLocks noGrp="1"/>
          </p:cNvSpPr>
          <p:nvPr>
            <p:ph idx="1"/>
          </p:nvPr>
        </p:nvSpPr>
        <p:spPr>
          <a:xfrm>
            <a:off x="612647" y="1629786"/>
            <a:ext cx="10963656"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0CDC75B5-A903-6188-96C8-F110399607F2}"/>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0" name="Date Placeholder 3">
            <a:extLst>
              <a:ext uri="{FF2B5EF4-FFF2-40B4-BE49-F238E27FC236}">
                <a16:creationId xmlns:a16="http://schemas.microsoft.com/office/drawing/2014/main" id="{B97D771A-54A9-9D83-6EAA-DDC7151C8627}"/>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2" name="Slide Number Placeholder 5">
            <a:extLst>
              <a:ext uri="{FF2B5EF4-FFF2-40B4-BE49-F238E27FC236}">
                <a16:creationId xmlns:a16="http://schemas.microsoft.com/office/drawing/2014/main" id="{52259B42-FA10-6971-2364-7DC5DFA2DAA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78736625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cSld name="Content 5">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0CC4C23-E507-7EE9-B6A1-7AC512473B88}"/>
              </a:ext>
            </a:extLst>
          </p:cNvPr>
          <p:cNvSpPr>
            <a:spLocks noGrp="1"/>
          </p:cNvSpPr>
          <p:nvPr>
            <p:ph type="title"/>
          </p:nvPr>
        </p:nvSpPr>
        <p:spPr>
          <a:xfrm>
            <a:off x="1305332" y="1388700"/>
            <a:ext cx="2480605" cy="3908620"/>
          </a:xfrm>
        </p:spPr>
        <p:txBody>
          <a:bodyPr anchor="ctr">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206945" y="796935"/>
            <a:ext cx="6369358" cy="52641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2F846573-B9BF-5258-A368-AE00F48459D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FCD80948-8FBA-8AE9-029C-B469581BC9FE}"/>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7811F34A-A62C-BC8F-113D-3A7AD96EFFF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04880783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18" Type="http://schemas.openxmlformats.org/officeDocument/2006/relationships/slideLayout" Target="../slideLayouts/slideLayout69.xml"/><Relationship Id="rId3" Type="http://schemas.openxmlformats.org/officeDocument/2006/relationships/slideLayout" Target="../slideLayouts/slideLayout54.xml"/><Relationship Id="rId21" Type="http://schemas.openxmlformats.org/officeDocument/2006/relationships/theme" Target="../theme/theme2.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17" Type="http://schemas.openxmlformats.org/officeDocument/2006/relationships/slideLayout" Target="../slideLayouts/slideLayout68.xml"/><Relationship Id="rId2" Type="http://schemas.openxmlformats.org/officeDocument/2006/relationships/slideLayout" Target="../slideLayouts/slideLayout53.xml"/><Relationship Id="rId16" Type="http://schemas.openxmlformats.org/officeDocument/2006/relationships/slideLayout" Target="../slideLayouts/slideLayout67.xml"/><Relationship Id="rId20" Type="http://schemas.openxmlformats.org/officeDocument/2006/relationships/slideLayout" Target="../slideLayouts/slideLayout71.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slideLayout" Target="../slideLayouts/slideLayout66.xml"/><Relationship Id="rId10" Type="http://schemas.openxmlformats.org/officeDocument/2006/relationships/slideLayout" Target="../slideLayouts/slideLayout61.xml"/><Relationship Id="rId19" Type="http://schemas.openxmlformats.org/officeDocument/2006/relationships/slideLayout" Target="../slideLayouts/slideLayout70.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slideLayout" Target="../slideLayouts/slideLayout6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7" y="548640"/>
            <a:ext cx="10966705"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966706"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3">
            <a:extLst>
              <a:ext uri="{FF2B5EF4-FFF2-40B4-BE49-F238E27FC236}">
                <a16:creationId xmlns:a16="http://schemas.microsoft.com/office/drawing/2014/main" id="{C3C955DE-5CD9-CD51-B605-4A616AD7CFF8}"/>
              </a:ext>
            </a:extLst>
          </p:cNvPr>
          <p:cNvSpPr>
            <a:spLocks noGrp="1"/>
          </p:cNvSpPr>
          <p:nvPr>
            <p:ph type="dt" sz="half" idx="2"/>
          </p:nvPr>
        </p:nvSpPr>
        <p:spPr>
          <a:xfrm>
            <a:off x="8893929" y="6410960"/>
            <a:ext cx="2202644" cy="298120"/>
          </a:xfrm>
          <a:prstGeom prst="rect">
            <a:avLst/>
          </a:prstGeom>
        </p:spPr>
        <p:txBody>
          <a:bodyPr anchor="b"/>
          <a:lstStyle>
            <a:lvl1pPr algn="l" rtl="0">
              <a:defRPr sz="1200" cap="all" baseline="0"/>
            </a:lvl1pPr>
          </a:lstStyle>
          <a:p>
            <a:endParaRPr lang="en-US"/>
          </a:p>
        </p:txBody>
      </p:sp>
      <p:sp>
        <p:nvSpPr>
          <p:cNvPr id="8" name="Footer Placeholder 4">
            <a:extLst>
              <a:ext uri="{FF2B5EF4-FFF2-40B4-BE49-F238E27FC236}">
                <a16:creationId xmlns:a16="http://schemas.microsoft.com/office/drawing/2014/main" id="{79DD014B-8F2C-F57A-615A-FA05655D563F}"/>
              </a:ext>
            </a:extLst>
          </p:cNvPr>
          <p:cNvSpPr>
            <a:spLocks noGrp="1"/>
          </p:cNvSpPr>
          <p:nvPr>
            <p:ph type="ftr" sz="quarter" idx="3"/>
          </p:nvPr>
        </p:nvSpPr>
        <p:spPr>
          <a:xfrm>
            <a:off x="612647" y="6410960"/>
            <a:ext cx="2805405" cy="298120"/>
          </a:xfrm>
          <a:prstGeom prst="rect">
            <a:avLst/>
          </a:prstGeom>
        </p:spPr>
        <p:txBody>
          <a:bodyPr anchor="b"/>
          <a:lstStyle>
            <a:lvl1pPr algn="l" rtl="0">
              <a:defRPr sz="1200" cap="all" baseline="0"/>
            </a:lvl1pPr>
          </a:lstStyle>
          <a:p>
            <a:endParaRPr lang="en-US"/>
          </a:p>
        </p:txBody>
      </p:sp>
      <p:sp>
        <p:nvSpPr>
          <p:cNvPr id="9" name="Slide Number Placeholder 5">
            <a:extLst>
              <a:ext uri="{FF2B5EF4-FFF2-40B4-BE49-F238E27FC236}">
                <a16:creationId xmlns:a16="http://schemas.microsoft.com/office/drawing/2014/main" id="{991BBAA5-67F0-C82E-FEFD-FB109AD13395}"/>
              </a:ext>
            </a:extLst>
          </p:cNvPr>
          <p:cNvSpPr>
            <a:spLocks noGrp="1"/>
          </p:cNvSpPr>
          <p:nvPr>
            <p:ph type="sldNum" sz="quarter" idx="4"/>
          </p:nvPr>
        </p:nvSpPr>
        <p:spPr>
          <a:xfrm>
            <a:off x="11147096" y="6410960"/>
            <a:ext cx="429207" cy="298120"/>
          </a:xfrm>
          <a:prstGeom prst="rect">
            <a:avLst/>
          </a:prstGeom>
        </p:spPr>
        <p:txBody>
          <a:bodyPr anchor="b"/>
          <a:lstStyle>
            <a:lvl1pPr algn="r" rtl="0">
              <a:defRPr sz="1200" cap="all" baseline="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07764677"/>
      </p:ext>
    </p:extLst>
  </p:cSld>
  <p:clrMap bg1="lt1" tx1="dk1" bg2="lt2" tx2="dk2" accent1="accent1" accent2="accent2" accent3="accent3" accent4="accent4" accent5="accent5" accent6="accent6" hlink="hlink" folHlink="folHlink"/>
  <p:sldLayoutIdLst>
    <p:sldLayoutId id="2147483886" r:id="rId1"/>
    <p:sldLayoutId id="2147483888" r:id="rId2"/>
    <p:sldLayoutId id="2147483889" r:id="rId3"/>
    <p:sldLayoutId id="2147483890" r:id="rId4"/>
    <p:sldLayoutId id="2147483937" r:id="rId5"/>
    <p:sldLayoutId id="2147483891" r:id="rId6"/>
    <p:sldLayoutId id="2147483892" r:id="rId7"/>
    <p:sldLayoutId id="2147483893" r:id="rId8"/>
    <p:sldLayoutId id="2147483894" r:id="rId9"/>
    <p:sldLayoutId id="2147483895" r:id="rId10"/>
    <p:sldLayoutId id="2147483896" r:id="rId11"/>
    <p:sldLayoutId id="2147483897" r:id="rId12"/>
    <p:sldLayoutId id="2147483898" r:id="rId13"/>
    <p:sldLayoutId id="2147483899" r:id="rId14"/>
    <p:sldLayoutId id="2147483900" r:id="rId15"/>
    <p:sldLayoutId id="2147483901" r:id="rId16"/>
    <p:sldLayoutId id="2147483902" r:id="rId17"/>
    <p:sldLayoutId id="2147483903" r:id="rId18"/>
    <p:sldLayoutId id="2147483904" r:id="rId19"/>
    <p:sldLayoutId id="2147483905" r:id="rId20"/>
    <p:sldLayoutId id="2147483906" r:id="rId21"/>
    <p:sldLayoutId id="2147483907" r:id="rId22"/>
    <p:sldLayoutId id="2147483908" r:id="rId23"/>
    <p:sldLayoutId id="2147483909" r:id="rId24"/>
    <p:sldLayoutId id="2147483910" r:id="rId25"/>
    <p:sldLayoutId id="2147483911" r:id="rId26"/>
    <p:sldLayoutId id="2147483912" r:id="rId27"/>
    <p:sldLayoutId id="2147483913" r:id="rId28"/>
    <p:sldLayoutId id="2147483914" r:id="rId29"/>
    <p:sldLayoutId id="2147483915" r:id="rId30"/>
    <p:sldLayoutId id="2147483916" r:id="rId31"/>
    <p:sldLayoutId id="2147483917" r:id="rId32"/>
    <p:sldLayoutId id="2147483918" r:id="rId33"/>
    <p:sldLayoutId id="2147483919" r:id="rId34"/>
    <p:sldLayoutId id="2147483920" r:id="rId35"/>
    <p:sldLayoutId id="2147483921" r:id="rId36"/>
    <p:sldLayoutId id="2147483922" r:id="rId37"/>
    <p:sldLayoutId id="2147483923" r:id="rId38"/>
    <p:sldLayoutId id="2147483924" r:id="rId39"/>
    <p:sldLayoutId id="2147483925" r:id="rId40"/>
    <p:sldLayoutId id="2147483926" r:id="rId41"/>
    <p:sldLayoutId id="2147483927" r:id="rId42"/>
    <p:sldLayoutId id="2147483928" r:id="rId43"/>
    <p:sldLayoutId id="2147483929" r:id="rId44"/>
    <p:sldLayoutId id="2147483930" r:id="rId45"/>
    <p:sldLayoutId id="2147483931" r:id="rId46"/>
    <p:sldLayoutId id="2147483932" r:id="rId47"/>
    <p:sldLayoutId id="2147483933" r:id="rId48"/>
    <p:sldLayoutId id="2147483934" r:id="rId49"/>
    <p:sldLayoutId id="2147483935" r:id="rId50"/>
    <p:sldLayoutId id="2147483936" r:id="rId51"/>
  </p:sldLayoutIdLst>
  <p:hf sldNum="0" hdr="0" ftr="0" dt="0"/>
  <p:txStyles>
    <p:title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endParaRPr 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696506058"/>
      </p:ext>
    </p:extLst>
  </p:cSld>
  <p:clrMap bg1="dk1" tx1="lt1" bg2="dk2" tx2="lt2" accent1="accent1" accent2="accent2" accent3="accent3" accent4="accent4" accent5="accent5" accent6="accent6" hlink="hlink" folHlink="folHlink"/>
  <p:sldLayoutIdLst>
    <p:sldLayoutId id="2147483939" r:id="rId1"/>
    <p:sldLayoutId id="2147483940" r:id="rId2"/>
    <p:sldLayoutId id="2147483941" r:id="rId3"/>
    <p:sldLayoutId id="2147483942" r:id="rId4"/>
    <p:sldLayoutId id="2147483943" r:id="rId5"/>
    <p:sldLayoutId id="2147483944" r:id="rId6"/>
    <p:sldLayoutId id="2147483945" r:id="rId7"/>
    <p:sldLayoutId id="2147483946" r:id="rId8"/>
    <p:sldLayoutId id="2147483947" r:id="rId9"/>
    <p:sldLayoutId id="2147483948" r:id="rId10"/>
    <p:sldLayoutId id="2147483949" r:id="rId11"/>
    <p:sldLayoutId id="2147483950" r:id="rId12"/>
    <p:sldLayoutId id="2147483951" r:id="rId13"/>
    <p:sldLayoutId id="2147483952" r:id="rId14"/>
    <p:sldLayoutId id="2147483953" r:id="rId15"/>
    <p:sldLayoutId id="2147483954" r:id="rId16"/>
    <p:sldLayoutId id="2147483955" r:id="rId17"/>
    <p:sldLayoutId id="2147483956" r:id="rId18"/>
    <p:sldLayoutId id="2147483958" r:id="rId19"/>
    <p:sldLayoutId id="2147483960" r:id="rId20"/>
  </p:sldLayoutIdLst>
  <p:hf sldNum="0" hdr="0" ft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69.xml"/></Relationships>
</file>

<file path=ppt/slides/_rels/slide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57.xml"/></Relationships>
</file>

<file path=ppt/slides/_rels/slide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57.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71.xml"/><Relationship Id="rId4" Type="http://schemas.openxmlformats.org/officeDocument/2006/relationships/image" Target="../media/image13.svg"/></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70.xml"/></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70.xml"/></Relationships>
</file>

<file path=ppt/slides/_rels/slide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71.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70.xml"/><Relationship Id="rId4" Type="http://schemas.openxmlformats.org/officeDocument/2006/relationships/image" Target="../media/image17.sv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71.xml"/><Relationship Id="rId4" Type="http://schemas.openxmlformats.org/officeDocument/2006/relationships/image" Target="../media/image19.svg"/></Relationships>
</file>

<file path=ppt/slides/_rels/slide1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0.xml"/><Relationship Id="rId1" Type="http://schemas.openxmlformats.org/officeDocument/2006/relationships/slideLayout" Target="../slideLayouts/slideLayout7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cxnSp>
        <p:nvCxnSpPr>
          <p:cNvPr id="63" name="Straight Connector 62">
            <a:extLst>
              <a:ext uri="{FF2B5EF4-FFF2-40B4-BE49-F238E27FC236}">
                <a16:creationId xmlns:a16="http://schemas.microsoft.com/office/drawing/2014/main" id="{8FD48FB1-66D8-4676-B0AA-C139A1DB78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F033F5AE-6728-4F19-8DED-658E674B31B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82C7D74A-18BA-4709-A808-44E8815C443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B5164A3F-1561-4039-8185-AB0EEB713E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2A35DB53-42BE-460E-9CA1-1294C98463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useBgFill="1">
        <p:nvSpPr>
          <p:cNvPr id="73" name="Rectangle 72">
            <a:extLst>
              <a:ext uri="{FF2B5EF4-FFF2-40B4-BE49-F238E27FC236}">
                <a16:creationId xmlns:a16="http://schemas.microsoft.com/office/drawing/2014/main" id="{1511F85B-5967-428B-BE8B-819A79813D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esk with productivity items">
            <a:extLst>
              <a:ext uri="{FF2B5EF4-FFF2-40B4-BE49-F238E27FC236}">
                <a16:creationId xmlns:a16="http://schemas.microsoft.com/office/drawing/2014/main" id="{DF572FA9-58FE-F1AA-9D06-B0851EE80E9A}"/>
              </a:ext>
            </a:extLst>
          </p:cNvPr>
          <p:cNvPicPr>
            <a:picLocks noChangeAspect="1"/>
          </p:cNvPicPr>
          <p:nvPr/>
        </p:nvPicPr>
        <p:blipFill>
          <a:blip r:embed="rId3">
            <a:grayscl/>
          </a:blip>
          <a:srcRect b="15730"/>
          <a:stretch>
            <a:fillRect/>
          </a:stretch>
        </p:blipFill>
        <p:spPr>
          <a:xfrm>
            <a:off x="-12159" y="-65417"/>
            <a:ext cx="12191980" cy="6857990"/>
          </a:xfrm>
          <a:prstGeom prst="rect">
            <a:avLst/>
          </a:prstGeom>
          <a:noFill/>
        </p:spPr>
      </p:pic>
      <p:sp>
        <p:nvSpPr>
          <p:cNvPr id="75" name="Snip Diagonal Corner Rectangle 6">
            <a:extLst>
              <a:ext uri="{FF2B5EF4-FFF2-40B4-BE49-F238E27FC236}">
                <a16:creationId xmlns:a16="http://schemas.microsoft.com/office/drawing/2014/main" id="{28DA8D05-CF65-4382-8BF4-2A08754DB5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1075" cy="6857998"/>
          </a:xfrm>
          <a:prstGeom prst="snip2DiagRect">
            <a:avLst>
              <a:gd name="adj1" fmla="val 0"/>
              <a:gd name="adj2" fmla="val 42414"/>
            </a:avLst>
          </a:prstGeom>
          <a:gradFill>
            <a:gsLst>
              <a:gs pos="2000">
                <a:schemeClr val="dk2">
                  <a:tint val="97000"/>
                  <a:hueMod val="92000"/>
                  <a:satMod val="169000"/>
                  <a:lumMod val="164000"/>
                  <a:alpha val="79000"/>
                </a:schemeClr>
              </a:gs>
              <a:gs pos="100000">
                <a:schemeClr val="dk2">
                  <a:shade val="96000"/>
                  <a:satMod val="120000"/>
                  <a:lumMod val="90000"/>
                  <a:alpha val="88000"/>
                </a:schemeClr>
              </a:gs>
            </a:gsLst>
          </a:gradFill>
          <a:ln>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26BE972-E435-A240-7D98-19378EBBC744}"/>
              </a:ext>
            </a:extLst>
          </p:cNvPr>
          <p:cNvSpPr>
            <a:spLocks noGrp="1"/>
          </p:cNvSpPr>
          <p:nvPr>
            <p:ph type="title"/>
          </p:nvPr>
        </p:nvSpPr>
        <p:spPr>
          <a:xfrm>
            <a:off x="1769138" y="1975546"/>
            <a:ext cx="7045678" cy="2486049"/>
          </a:xfrm>
        </p:spPr>
        <p:txBody>
          <a:bodyPr vert="horz" lIns="91440" tIns="45720" rIns="91440" bIns="45720" rtlCol="0" anchor="b">
            <a:noAutofit/>
          </a:bodyPr>
          <a:lstStyle/>
          <a:p>
            <a:pPr>
              <a:lnSpc>
                <a:spcPct val="90000"/>
              </a:lnSpc>
            </a:pPr>
            <a:r>
              <a:rPr lang="en-US" sz="4800" dirty="0">
                <a:solidFill>
                  <a:schemeClr val="bg1"/>
                </a:solidFill>
              </a:rPr>
              <a:t>How My Custom Freelancer Management System Saved Our Business Time and Money</a:t>
            </a:r>
          </a:p>
        </p:txBody>
      </p:sp>
      <p:sp>
        <p:nvSpPr>
          <p:cNvPr id="3" name="Subtitle 2">
            <a:extLst>
              <a:ext uri="{FF2B5EF4-FFF2-40B4-BE49-F238E27FC236}">
                <a16:creationId xmlns:a16="http://schemas.microsoft.com/office/drawing/2014/main" id="{3B3A1A22-5758-1547-746A-4168077F8D79}"/>
              </a:ext>
            </a:extLst>
          </p:cNvPr>
          <p:cNvSpPr>
            <a:spLocks noGrp="1"/>
          </p:cNvSpPr>
          <p:nvPr>
            <p:ph type="subTitle" idx="1"/>
          </p:nvPr>
        </p:nvSpPr>
        <p:spPr>
          <a:xfrm>
            <a:off x="1947635" y="4724399"/>
            <a:ext cx="5133408" cy="914401"/>
          </a:xfrm>
        </p:spPr>
        <p:txBody>
          <a:bodyPr vert="horz" lIns="91440" tIns="45720" rIns="91440" bIns="45720" rtlCol="0" anchor="t">
            <a:normAutofit/>
          </a:bodyPr>
          <a:lstStyle/>
          <a:p>
            <a:r>
              <a:rPr lang="en-US" sz="2100" cap="none" dirty="0">
                <a:solidFill>
                  <a:schemeClr val="tx1"/>
                </a:solidFill>
              </a:rPr>
              <a:t>Efficient tools transforming business operations and boosting productivity</a:t>
            </a:r>
          </a:p>
        </p:txBody>
      </p:sp>
      <p:grpSp>
        <p:nvGrpSpPr>
          <p:cNvPr id="77" name="Group 76">
            <a:extLst>
              <a:ext uri="{FF2B5EF4-FFF2-40B4-BE49-F238E27FC236}">
                <a16:creationId xmlns:a16="http://schemas.microsoft.com/office/drawing/2014/main" id="{E0C6252F-9468-4CFE-8A28-0DFE703FB7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11344" y="9144"/>
            <a:ext cx="6080656" cy="6163733"/>
            <a:chOff x="6108170" y="8467"/>
            <a:chExt cx="6080656" cy="6163733"/>
          </a:xfrm>
        </p:grpSpPr>
        <p:cxnSp>
          <p:nvCxnSpPr>
            <p:cNvPr id="78" name="Straight Connector 77">
              <a:extLst>
                <a:ext uri="{FF2B5EF4-FFF2-40B4-BE49-F238E27FC236}">
                  <a16:creationId xmlns:a16="http://schemas.microsoft.com/office/drawing/2014/main" id="{F873F8F7-6FEE-4BB3-94A3-78B5C2FF1D8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FF5B2264-1E71-4A5B-ABFC-2832FD78EC9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C6E0A76D-9460-46B8-BD58-9E9BF9CEB3F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47E3790F-67C5-42CD-B933-75C6F3250AA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4EF3C2C4-F6BB-4D14-8577-3649162D07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592963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pic>
        <p:nvPicPr>
          <p:cNvPr id="5" name="Picture 4" descr="Digital financial graph">
            <a:extLst>
              <a:ext uri="{FF2B5EF4-FFF2-40B4-BE49-F238E27FC236}">
                <a16:creationId xmlns:a16="http://schemas.microsoft.com/office/drawing/2014/main" id="{4ACD33F6-FDE0-DDB2-5532-B5D64A613B4A}"/>
              </a:ext>
            </a:extLst>
          </p:cNvPr>
          <p:cNvPicPr>
            <a:picLocks noChangeAspect="1"/>
          </p:cNvPicPr>
          <p:nvPr/>
        </p:nvPicPr>
        <p:blipFill>
          <a:blip r:embed="rId3"/>
          <a:srcRect l="27177" r="18234" b="1"/>
          <a:stretch>
            <a:fillRect/>
          </a:stretch>
        </p:blipFill>
        <p:spPr>
          <a:xfrm>
            <a:off x="797205" y="786117"/>
            <a:ext cx="4809744" cy="4956048"/>
          </a:xfrm>
          <a:custGeom>
            <a:avLst/>
            <a:gdLst/>
            <a:ahLst/>
            <a:cxnLst/>
            <a:rect l="l" t="t" r="r" b="b"/>
            <a:pathLst>
              <a:path w="4809744" h="4956048">
                <a:moveTo>
                  <a:pt x="478762" y="0"/>
                </a:moveTo>
                <a:lnTo>
                  <a:pt x="4809744" y="0"/>
                </a:lnTo>
                <a:lnTo>
                  <a:pt x="4809744" y="4477286"/>
                </a:lnTo>
                <a:lnTo>
                  <a:pt x="4330982" y="4956048"/>
                </a:lnTo>
                <a:lnTo>
                  <a:pt x="0" y="4956048"/>
                </a:lnTo>
                <a:lnTo>
                  <a:pt x="0" y="478762"/>
                </a:lnTo>
                <a:close/>
              </a:path>
            </a:pathLst>
          </a:custGeom>
        </p:spPr>
      </p:pic>
      <p:sp>
        <p:nvSpPr>
          <p:cNvPr id="7" name="Title 6">
            <a:extLst>
              <a:ext uri="{FF2B5EF4-FFF2-40B4-BE49-F238E27FC236}">
                <a16:creationId xmlns:a16="http://schemas.microsoft.com/office/drawing/2014/main" id="{660F8F33-B4E3-CDEA-09BE-F6FC601D3218}"/>
              </a:ext>
            </a:extLst>
          </p:cNvPr>
          <p:cNvSpPr>
            <a:spLocks noGrp="1"/>
          </p:cNvSpPr>
          <p:nvPr>
            <p:ph type="title"/>
          </p:nvPr>
        </p:nvSpPr>
        <p:spPr>
          <a:xfrm>
            <a:off x="797205" y="5350933"/>
            <a:ext cx="8534400" cy="1507067"/>
          </a:xfrm>
        </p:spPr>
        <p:txBody>
          <a:bodyPr/>
          <a:lstStyle/>
          <a:p>
            <a:r>
              <a:rPr lang="en-IN" b="1" dirty="0">
                <a:solidFill>
                  <a:schemeClr val="accent5">
                    <a:lumMod val="20000"/>
                    <a:lumOff val="80000"/>
                  </a:schemeClr>
                </a:solidFill>
              </a:rPr>
              <a:t>INTRODUCTION</a:t>
            </a:r>
          </a:p>
        </p:txBody>
      </p:sp>
      <p:sp>
        <p:nvSpPr>
          <p:cNvPr id="3" name="Content Placeholder 2">
            <a:extLst>
              <a:ext uri="{FF2B5EF4-FFF2-40B4-BE49-F238E27FC236}">
                <a16:creationId xmlns:a16="http://schemas.microsoft.com/office/drawing/2014/main" id="{31E9BB20-2491-05BC-5BF0-AEF23547C161}"/>
              </a:ext>
            </a:extLst>
          </p:cNvPr>
          <p:cNvSpPr>
            <a:spLocks noGrp="1"/>
          </p:cNvSpPr>
          <p:nvPr>
            <p:ph idx="429496729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72350" y="1323975"/>
            <a:ext cx="4819650" cy="3614738"/>
          </a:xfrm>
        </p:spPr>
        <p:txBody>
          <a:bodyPr>
            <a:noAutofit/>
          </a:bodyPr>
          <a:lstStyle/>
          <a:p>
            <a:pPr marL="0" indent="0">
              <a:spcBef>
                <a:spcPts val="2500"/>
              </a:spcBef>
              <a:buFont typeface="Arial" panose="020B0604020202020204" pitchFamily="34" charset="0"/>
              <a:buNone/>
            </a:pPr>
            <a:r>
              <a:rPr lang="en-US" sz="1800" b="1" dirty="0">
                <a:solidFill>
                  <a:schemeClr val="bg1"/>
                </a:solidFill>
              </a:rPr>
              <a:t>Freelancer Management System</a:t>
            </a:r>
          </a:p>
          <a:p>
            <a:pPr marL="0" lvl="1" indent="0">
              <a:buFont typeface="Arial" panose="020B0604020202020204" pitchFamily="34" charset="0"/>
              <a:buNone/>
            </a:pPr>
            <a:r>
              <a:rPr lang="en-US" dirty="0">
                <a:solidFill>
                  <a:schemeClr val="bg1"/>
                </a:solidFill>
              </a:rPr>
              <a:t>The system efficiently manages task allocation, payment tracking, and invoicing within a spreadsheet environment.</a:t>
            </a:r>
          </a:p>
          <a:p>
            <a:pPr marL="0" indent="0">
              <a:spcBef>
                <a:spcPts val="2500"/>
              </a:spcBef>
              <a:buFont typeface="Arial" panose="020B0604020202020204" pitchFamily="34" charset="0"/>
              <a:buNone/>
            </a:pPr>
            <a:r>
              <a:rPr lang="en-US" sz="1800" b="1" dirty="0">
                <a:solidFill>
                  <a:schemeClr val="bg1"/>
                </a:solidFill>
              </a:rPr>
              <a:t>Automation Benefits</a:t>
            </a:r>
          </a:p>
          <a:p>
            <a:pPr marL="0" lvl="1" indent="0">
              <a:buFont typeface="Arial" panose="020B0604020202020204" pitchFamily="34" charset="0"/>
              <a:buNone/>
            </a:pPr>
            <a:r>
              <a:rPr lang="en-US" dirty="0">
                <a:solidFill>
                  <a:schemeClr val="bg1"/>
                </a:solidFill>
              </a:rPr>
              <a:t>Leveraging automation reduces manual errors, saves time, and streamlines administrative processes effectively.</a:t>
            </a:r>
          </a:p>
          <a:p>
            <a:pPr marL="0" indent="0">
              <a:spcBef>
                <a:spcPts val="2500"/>
              </a:spcBef>
              <a:buFont typeface="Arial" panose="020B0604020202020204" pitchFamily="34" charset="0"/>
              <a:buNone/>
            </a:pPr>
            <a:r>
              <a:rPr lang="en-US" sz="1800" b="1" dirty="0">
                <a:solidFill>
                  <a:schemeClr val="bg1"/>
                </a:solidFill>
              </a:rPr>
              <a:t>Strategic Customization</a:t>
            </a:r>
          </a:p>
          <a:p>
            <a:pPr marL="0" lvl="1" indent="0">
              <a:buFont typeface="Arial" panose="020B0604020202020204" pitchFamily="34" charset="0"/>
              <a:buNone/>
            </a:pPr>
            <a:r>
              <a:rPr lang="en-US" dirty="0">
                <a:solidFill>
                  <a:schemeClr val="bg1"/>
                </a:solidFill>
              </a:rPr>
              <a:t>Strategic use of customization transforms simple tools into powerful business solutions.</a:t>
            </a:r>
          </a:p>
        </p:txBody>
      </p:sp>
    </p:spTree>
    <p:extLst>
      <p:ext uri="{BB962C8B-B14F-4D97-AF65-F5344CB8AC3E}">
        <p14:creationId xmlns:p14="http://schemas.microsoft.com/office/powerpoint/2010/main" val="11774440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8F1EF17D-1B70-428C-8A8A-A2C5B390E1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13" name="Straight Connector 12">
              <a:extLst>
                <a:ext uri="{FF2B5EF4-FFF2-40B4-BE49-F238E27FC236}">
                  <a16:creationId xmlns:a16="http://schemas.microsoft.com/office/drawing/2014/main" id="{12FAEDF3-CEC8-4BF6-8EA7-4079C47183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98DB8F4-CD77-4FCC-8544-ADE8B478C15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22202DFE-039D-48E4-8536-FA30F248947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81F05E26-510E-4164-83C7-28E4FE9D7EA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E632161A-50D4-4D96-887A-98FC920931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7" name="Title 6">
            <a:extLst>
              <a:ext uri="{FF2B5EF4-FFF2-40B4-BE49-F238E27FC236}">
                <a16:creationId xmlns:a16="http://schemas.microsoft.com/office/drawing/2014/main" id="{83568E9D-618C-7F5F-68EB-17B128D27FFF}"/>
              </a:ext>
            </a:extLst>
          </p:cNvPr>
          <p:cNvSpPr>
            <a:spLocks noGrp="1"/>
          </p:cNvSpPr>
          <p:nvPr>
            <p:ph type="title"/>
          </p:nvPr>
        </p:nvSpPr>
        <p:spPr>
          <a:xfrm>
            <a:off x="684212" y="4487332"/>
            <a:ext cx="8534400" cy="1507067"/>
          </a:xfrm>
        </p:spPr>
        <p:txBody>
          <a:bodyPr vert="horz" lIns="91440" tIns="45720" rIns="91440" bIns="45720" rtlCol="0" anchor="ctr">
            <a:normAutofit/>
          </a:bodyPr>
          <a:lstStyle/>
          <a:p>
            <a:r>
              <a:rPr lang="en-US" b="1"/>
              <a:t>The problem</a:t>
            </a:r>
          </a:p>
        </p:txBody>
      </p:sp>
      <p:pic>
        <p:nvPicPr>
          <p:cNvPr id="5" name="Picture 4" descr="A group of people discussing something&#10;&#10;AI-generated content may be incorrect.">
            <a:extLst>
              <a:ext uri="{FF2B5EF4-FFF2-40B4-BE49-F238E27FC236}">
                <a16:creationId xmlns:a16="http://schemas.microsoft.com/office/drawing/2014/main" id="{A31BAD85-7835-77AC-8363-7A16FB888B31}"/>
              </a:ext>
            </a:extLst>
          </p:cNvPr>
          <p:cNvPicPr>
            <a:picLocks noChangeAspect="1"/>
          </p:cNvPicPr>
          <p:nvPr/>
        </p:nvPicPr>
        <p:blipFill>
          <a:blip r:embed="rId3"/>
          <a:srcRect l="12525" r="36059" b="-1"/>
          <a:stretch>
            <a:fillRect/>
          </a:stretch>
        </p:blipFill>
        <p:spPr>
          <a:xfrm>
            <a:off x="779966" y="860680"/>
            <a:ext cx="3152439" cy="3448851"/>
          </a:xfrm>
          <a:custGeom>
            <a:avLst/>
            <a:gdLst/>
            <a:ahLst/>
            <a:cxnLst/>
            <a:rect l="l" t="t" r="r" b="b"/>
            <a:pathLst>
              <a:path w="3152439" h="3448851">
                <a:moveTo>
                  <a:pt x="409034" y="0"/>
                </a:moveTo>
                <a:lnTo>
                  <a:pt x="3152439" y="0"/>
                </a:lnTo>
                <a:lnTo>
                  <a:pt x="3152439" y="3032147"/>
                </a:lnTo>
                <a:lnTo>
                  <a:pt x="2735735" y="3448851"/>
                </a:lnTo>
                <a:lnTo>
                  <a:pt x="0" y="3448851"/>
                </a:lnTo>
                <a:lnTo>
                  <a:pt x="0" y="409034"/>
                </a:lnTo>
                <a:close/>
              </a:path>
            </a:pathLst>
          </a:custGeom>
          <a:ln w="15875">
            <a:solidFill>
              <a:srgbClr val="FFFFFF">
                <a:alpha val="40000"/>
              </a:srgbClr>
            </a:solidFill>
          </a:ln>
          <a:effectLst>
            <a:innerShdw blurRad="57150" dist="38100" dir="14460000">
              <a:prstClr val="black">
                <a:alpha val="70000"/>
              </a:prstClr>
            </a:innerShdw>
          </a:effectLst>
        </p:spPr>
      </p:pic>
      <p:sp>
        <p:nvSpPr>
          <p:cNvPr id="3" name="Content Placeholder 2">
            <a:extLst>
              <a:ext uri="{FF2B5EF4-FFF2-40B4-BE49-F238E27FC236}">
                <a16:creationId xmlns:a16="http://schemas.microsoft.com/office/drawing/2014/main" id="{1DE7930C-1801-13A4-512C-EC79F9BBC69B}"/>
              </a:ext>
            </a:extLst>
          </p:cNvPr>
          <p:cNvSpPr>
            <a:spLocks noGrp="1"/>
          </p:cNvSpPr>
          <p:nvPr>
            <p:ph idx="429496729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25696" y="860679"/>
            <a:ext cx="6529117" cy="3448851"/>
          </a:xfrm>
        </p:spPr>
        <p:txBody>
          <a:bodyPr>
            <a:normAutofit/>
          </a:bodyPr>
          <a:lstStyle/>
          <a:p>
            <a:pPr marL="0" indent="0">
              <a:spcBef>
                <a:spcPts val="2500"/>
              </a:spcBef>
              <a:buFont typeface="Arial" panose="020B0604020202020204" pitchFamily="34" charset="0"/>
              <a:buNone/>
            </a:pPr>
            <a:r>
              <a:rPr lang="en-US" sz="1600" b="1" dirty="0">
                <a:solidFill>
                  <a:schemeClr val="bg1"/>
                </a:solidFill>
              </a:rPr>
              <a:t>Complex Team Management</a:t>
            </a:r>
          </a:p>
          <a:p>
            <a:pPr marL="0" lvl="1" indent="0">
              <a:buFont typeface="Arial" panose="020B0604020202020204" pitchFamily="34" charset="0"/>
              <a:buNone/>
            </a:pPr>
            <a:r>
              <a:rPr lang="en-US" sz="1600" dirty="0">
                <a:solidFill>
                  <a:schemeClr val="bg1"/>
                </a:solidFill>
              </a:rPr>
              <a:t>Scaling a distributed freelance team introduced complexity in tracking assignments and managing pay rates manually.</a:t>
            </a:r>
          </a:p>
          <a:p>
            <a:pPr marL="0" indent="0">
              <a:spcBef>
                <a:spcPts val="2500"/>
              </a:spcBef>
              <a:buFont typeface="Arial" panose="020B0604020202020204" pitchFamily="34" charset="0"/>
              <a:buNone/>
            </a:pPr>
            <a:r>
              <a:rPr lang="en-US" sz="1600" b="1" dirty="0">
                <a:solidFill>
                  <a:schemeClr val="bg1"/>
                </a:solidFill>
              </a:rPr>
              <a:t>Manual Administrative Overhead</a:t>
            </a:r>
          </a:p>
          <a:p>
            <a:pPr marL="0" lvl="1" indent="0">
              <a:buFont typeface="Arial" panose="020B0604020202020204" pitchFamily="34" charset="0"/>
              <a:buNone/>
            </a:pPr>
            <a:r>
              <a:rPr lang="en-US" sz="1600" dirty="0">
                <a:solidFill>
                  <a:schemeClr val="bg1"/>
                </a:solidFill>
              </a:rPr>
              <a:t>Manual tasks like calculating commissions and generating invoices consumed excessive time and led to errors.</a:t>
            </a:r>
          </a:p>
          <a:p>
            <a:pPr marL="0" indent="0">
              <a:spcBef>
                <a:spcPts val="2500"/>
              </a:spcBef>
              <a:buFont typeface="Arial" panose="020B0604020202020204" pitchFamily="34" charset="0"/>
              <a:buNone/>
            </a:pPr>
            <a:r>
              <a:rPr lang="en-US" sz="1600" b="1" dirty="0">
                <a:solidFill>
                  <a:schemeClr val="bg1"/>
                </a:solidFill>
              </a:rPr>
              <a:t>Need for Automation</a:t>
            </a:r>
          </a:p>
          <a:p>
            <a:pPr marL="0" lvl="1" indent="0">
              <a:buFont typeface="Arial" panose="020B0604020202020204" pitchFamily="34" charset="0"/>
              <a:buNone/>
            </a:pPr>
            <a:r>
              <a:rPr lang="en-US" sz="1600" dirty="0">
                <a:solidFill>
                  <a:schemeClr val="bg1"/>
                </a:solidFill>
              </a:rPr>
              <a:t>Lack of automation caused inefficiencies, necessitating streamlined solutions to improve growth and profitability.</a:t>
            </a:r>
          </a:p>
        </p:txBody>
      </p:sp>
    </p:spTree>
    <p:extLst>
      <p:ext uri="{BB962C8B-B14F-4D97-AF65-F5344CB8AC3E}">
        <p14:creationId xmlns:p14="http://schemas.microsoft.com/office/powerpoint/2010/main" val="10860275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62CE031E-EE35-4AA7-9784-8050933277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34" name="Straight Connector 33">
              <a:extLst>
                <a:ext uri="{FF2B5EF4-FFF2-40B4-BE49-F238E27FC236}">
                  <a16:creationId xmlns:a16="http://schemas.microsoft.com/office/drawing/2014/main" id="{118D62D3-5800-4F4A-95BE-C1A2BB8B233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4C9E4F52-5D94-4242-AC69-EE6A23FAB1D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322CC7C0-D1D6-4FF0-A60C-1AEB9C8736A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99B43E48-8275-4871-8745-F5CB75CFDB8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E87ED701-F942-4771-8F92-6EFCC2E8E0E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1">
            <a:extLst>
              <a:ext uri="{FF2B5EF4-FFF2-40B4-BE49-F238E27FC236}">
                <a16:creationId xmlns:a16="http://schemas.microsoft.com/office/drawing/2014/main" id="{0954F54A-26CC-0623-7EF7-D8BE01831944}"/>
              </a:ext>
            </a:extLst>
          </p:cNvPr>
          <p:cNvSpPr>
            <a:spLocks noGrp="1"/>
          </p:cNvSpPr>
          <p:nvPr>
            <p:ph type="title"/>
          </p:nvPr>
        </p:nvSpPr>
        <p:spPr>
          <a:xfrm>
            <a:off x="684212" y="4487332"/>
            <a:ext cx="8534400" cy="1507067"/>
          </a:xfrm>
        </p:spPr>
        <p:txBody>
          <a:bodyPr vert="horz" lIns="91440" tIns="45720" rIns="91440" bIns="45720" rtlCol="0" anchor="ctr">
            <a:normAutofit/>
          </a:bodyPr>
          <a:lstStyle/>
          <a:p>
            <a:r>
              <a:rPr lang="en-US"/>
              <a:t>Impact on Business</a:t>
            </a:r>
          </a:p>
        </p:txBody>
      </p:sp>
      <p:pic>
        <p:nvPicPr>
          <p:cNvPr id="30" name="Graphic 29" descr="Laptop Secure">
            <a:extLst>
              <a:ext uri="{FF2B5EF4-FFF2-40B4-BE49-F238E27FC236}">
                <a16:creationId xmlns:a16="http://schemas.microsoft.com/office/drawing/2014/main" id="{9E7A318C-BE7C-648D-88D8-77B32708D63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1240" y="924676"/>
            <a:ext cx="3185108" cy="3185108"/>
          </a:xfrm>
          <a:prstGeom prst="rect">
            <a:avLst/>
          </a:prstGeom>
          <a:effectLst>
            <a:innerShdw blurRad="57150" dist="38100" dir="14460000">
              <a:prstClr val="black">
                <a:alpha val="70000"/>
              </a:prstClr>
            </a:innerShdw>
          </a:effectLst>
        </p:spPr>
      </p:pic>
      <p:sp>
        <p:nvSpPr>
          <p:cNvPr id="3" name="Content Placeholder 2">
            <a:extLst>
              <a:ext uri="{FF2B5EF4-FFF2-40B4-BE49-F238E27FC236}">
                <a16:creationId xmlns:a16="http://schemas.microsoft.com/office/drawing/2014/main" id="{697BD880-C9EB-E6F8-D961-02DB522B7209}"/>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25696" y="733647"/>
            <a:ext cx="6593129" cy="3575884"/>
          </a:xfrm>
        </p:spPr>
        <p:txBody>
          <a:bodyPr>
            <a:noAutofit/>
          </a:bodyPr>
          <a:lstStyle/>
          <a:p>
            <a:pPr marL="0" indent="0">
              <a:lnSpc>
                <a:spcPct val="90000"/>
              </a:lnSpc>
              <a:spcBef>
                <a:spcPts val="2500"/>
              </a:spcBef>
              <a:buFont typeface="Arial" panose="020B0604020202020204" pitchFamily="34" charset="0"/>
              <a:buNone/>
            </a:pPr>
            <a:r>
              <a:rPr lang="en-US" sz="1600" b="1" dirty="0">
                <a:solidFill>
                  <a:schemeClr val="bg1"/>
                </a:solidFill>
              </a:rPr>
              <a:t>Administrative Inefficiencies</a:t>
            </a:r>
          </a:p>
          <a:p>
            <a:pPr marL="0" lvl="1" indent="0">
              <a:lnSpc>
                <a:spcPct val="90000"/>
              </a:lnSpc>
              <a:buFont typeface="Arial" panose="020B0604020202020204" pitchFamily="34" charset="0"/>
              <a:buNone/>
            </a:pPr>
            <a:r>
              <a:rPr lang="en-US" sz="1600" dirty="0">
                <a:solidFill>
                  <a:schemeClr val="bg1"/>
                </a:solidFill>
              </a:rPr>
              <a:t>Time wasted on managing freelancers diverted focus from strategic planning and client engagement.</a:t>
            </a:r>
          </a:p>
          <a:p>
            <a:pPr marL="0" indent="0">
              <a:lnSpc>
                <a:spcPct val="90000"/>
              </a:lnSpc>
              <a:spcBef>
                <a:spcPts val="2500"/>
              </a:spcBef>
              <a:buFont typeface="Arial" panose="020B0604020202020204" pitchFamily="34" charset="0"/>
              <a:buNone/>
            </a:pPr>
            <a:r>
              <a:rPr lang="en-US" sz="1600" b="1" dirty="0">
                <a:solidFill>
                  <a:schemeClr val="bg1"/>
                </a:solidFill>
              </a:rPr>
              <a:t>Payment and Trust Issues</a:t>
            </a:r>
          </a:p>
          <a:p>
            <a:pPr marL="0" lvl="1" indent="0">
              <a:lnSpc>
                <a:spcPct val="90000"/>
              </a:lnSpc>
              <a:buFont typeface="Arial" panose="020B0604020202020204" pitchFamily="34" charset="0"/>
              <a:buNone/>
            </a:pPr>
            <a:r>
              <a:rPr lang="en-US" sz="1600" dirty="0">
                <a:solidFill>
                  <a:schemeClr val="bg1"/>
                </a:solidFill>
              </a:rPr>
              <a:t>Errors in payments and task tracking risked damaging freelancer relationships and reducing trust.</a:t>
            </a:r>
          </a:p>
          <a:p>
            <a:pPr marL="0" indent="0">
              <a:lnSpc>
                <a:spcPct val="90000"/>
              </a:lnSpc>
              <a:spcBef>
                <a:spcPts val="2500"/>
              </a:spcBef>
              <a:buFont typeface="Arial" panose="020B0604020202020204" pitchFamily="34" charset="0"/>
              <a:buNone/>
            </a:pPr>
            <a:r>
              <a:rPr lang="en-US" sz="1600" b="1" dirty="0">
                <a:solidFill>
                  <a:schemeClr val="bg1"/>
                </a:solidFill>
              </a:rPr>
              <a:t>Scalability Challenges</a:t>
            </a:r>
          </a:p>
          <a:p>
            <a:pPr marL="0" lvl="1" indent="0">
              <a:lnSpc>
                <a:spcPct val="90000"/>
              </a:lnSpc>
              <a:buFont typeface="Arial" panose="020B0604020202020204" pitchFamily="34" charset="0"/>
              <a:buNone/>
            </a:pPr>
            <a:r>
              <a:rPr lang="en-US" sz="1600" dirty="0">
                <a:solidFill>
                  <a:schemeClr val="bg1"/>
                </a:solidFill>
              </a:rPr>
              <a:t>Inability to scale freelancer management processes threatened company growth potential.</a:t>
            </a:r>
          </a:p>
          <a:p>
            <a:pPr marL="0" indent="0">
              <a:lnSpc>
                <a:spcPct val="90000"/>
              </a:lnSpc>
              <a:spcBef>
                <a:spcPts val="2500"/>
              </a:spcBef>
              <a:buFont typeface="Arial" panose="020B0604020202020204" pitchFamily="34" charset="0"/>
              <a:buNone/>
            </a:pPr>
            <a:r>
              <a:rPr lang="en-US" sz="1600" b="1" dirty="0">
                <a:solidFill>
                  <a:schemeClr val="bg1"/>
                </a:solidFill>
              </a:rPr>
              <a:t>Need for Automation</a:t>
            </a:r>
          </a:p>
          <a:p>
            <a:pPr marL="0" lvl="1" indent="0">
              <a:lnSpc>
                <a:spcPct val="90000"/>
              </a:lnSpc>
              <a:buFont typeface="Arial" panose="020B0604020202020204" pitchFamily="34" charset="0"/>
              <a:buNone/>
            </a:pPr>
            <a:r>
              <a:rPr lang="en-US" sz="1600" dirty="0">
                <a:solidFill>
                  <a:schemeClr val="bg1"/>
                </a:solidFill>
              </a:rPr>
              <a:t>Automation and transparency solutions were needed to improve efficiency and cost management.</a:t>
            </a:r>
          </a:p>
        </p:txBody>
      </p:sp>
    </p:spTree>
    <p:extLst>
      <p:ext uri="{BB962C8B-B14F-4D97-AF65-F5344CB8AC3E}">
        <p14:creationId xmlns:p14="http://schemas.microsoft.com/office/powerpoint/2010/main" val="30041985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grpSp>
        <p:nvGrpSpPr>
          <p:cNvPr id="32" name="Group 31">
            <a:extLst>
              <a:ext uri="{FF2B5EF4-FFF2-40B4-BE49-F238E27FC236}">
                <a16:creationId xmlns:a16="http://schemas.microsoft.com/office/drawing/2014/main" id="{8F1EF17D-1B70-428C-8A8A-A2C5B390E1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33" name="Straight Connector 32">
              <a:extLst>
                <a:ext uri="{FF2B5EF4-FFF2-40B4-BE49-F238E27FC236}">
                  <a16:creationId xmlns:a16="http://schemas.microsoft.com/office/drawing/2014/main" id="{12FAEDF3-CEC8-4BF6-8EA7-4079C47183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398DB8F4-CD77-4FCC-8544-ADE8B478C15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22202DFE-039D-48E4-8536-FA30F248947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81F05E26-510E-4164-83C7-28E4FE9D7EA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E632161A-50D4-4D96-887A-98FC920931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useBgFill="1">
        <p:nvSpPr>
          <p:cNvPr id="39" name="Rectangle 38">
            <a:extLst>
              <a:ext uri="{FF2B5EF4-FFF2-40B4-BE49-F238E27FC236}">
                <a16:creationId xmlns:a16="http://schemas.microsoft.com/office/drawing/2014/main" id="{929448D9-8F1D-4CFE-93BA-E0272F0DBD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853DFC-B8BA-4FA9-5150-4F54BCC582E9}"/>
              </a:ext>
            </a:extLst>
          </p:cNvPr>
          <p:cNvSpPr>
            <a:spLocks noGrp="1"/>
          </p:cNvSpPr>
          <p:nvPr>
            <p:ph type="title"/>
          </p:nvPr>
        </p:nvSpPr>
        <p:spPr>
          <a:xfrm>
            <a:off x="684212" y="4487332"/>
            <a:ext cx="7543800" cy="1507067"/>
          </a:xfrm>
        </p:spPr>
        <p:txBody>
          <a:bodyPr vert="horz" lIns="91440" tIns="45720" rIns="91440" bIns="45720" rtlCol="0" anchor="ctr">
            <a:normAutofit/>
          </a:bodyPr>
          <a:lstStyle/>
          <a:p>
            <a:r>
              <a:rPr lang="en-US"/>
              <a:t>A System Built for Speed and Incentives</a:t>
            </a:r>
          </a:p>
        </p:txBody>
      </p:sp>
      <p:sp>
        <p:nvSpPr>
          <p:cNvPr id="3" name="Content Placeholder 2">
            <a:extLst>
              <a:ext uri="{FF2B5EF4-FFF2-40B4-BE49-F238E27FC236}">
                <a16:creationId xmlns:a16="http://schemas.microsoft.com/office/drawing/2014/main" id="{F8AD359C-3D0C-3D1B-9FD5-CBECC185CA38}"/>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84211" y="685800"/>
            <a:ext cx="7493137" cy="3615267"/>
          </a:xfrm>
        </p:spPr>
        <p:txBody>
          <a:bodyPr>
            <a:noAutofit/>
          </a:bodyPr>
          <a:lstStyle/>
          <a:p>
            <a:pPr marL="0" indent="0">
              <a:spcBef>
                <a:spcPts val="2500"/>
              </a:spcBef>
              <a:buFont typeface="Arial" panose="020B0604020202020204" pitchFamily="34" charset="0"/>
              <a:buNone/>
            </a:pPr>
            <a:r>
              <a:rPr lang="en-US" sz="1800" b="1" dirty="0">
                <a:solidFill>
                  <a:schemeClr val="bg1"/>
                </a:solidFill>
              </a:rPr>
              <a:t>Automated Spreadsheet System</a:t>
            </a:r>
          </a:p>
          <a:p>
            <a:pPr marL="0" lvl="1" indent="0">
              <a:buFont typeface="Arial" panose="020B0604020202020204" pitchFamily="34" charset="0"/>
              <a:buNone/>
            </a:pPr>
            <a:r>
              <a:rPr lang="en-US" dirty="0">
                <a:solidFill>
                  <a:schemeClr val="bg1"/>
                </a:solidFill>
              </a:rPr>
              <a:t>The system automates task allocation, payment calculations, and invoicing using advanced spreadsheet features.</a:t>
            </a:r>
          </a:p>
          <a:p>
            <a:pPr marL="0" indent="0">
              <a:spcBef>
                <a:spcPts val="2500"/>
              </a:spcBef>
              <a:buFont typeface="Arial" panose="020B0604020202020204" pitchFamily="34" charset="0"/>
              <a:buNone/>
            </a:pPr>
            <a:r>
              <a:rPr lang="en-US" sz="1800" b="1" dirty="0">
                <a:solidFill>
                  <a:schemeClr val="bg1"/>
                </a:solidFill>
              </a:rPr>
              <a:t>Incentive-Driven Design</a:t>
            </a:r>
          </a:p>
          <a:p>
            <a:pPr marL="0" lvl="1" indent="0">
              <a:buFont typeface="Arial" panose="020B0604020202020204" pitchFamily="34" charset="0"/>
              <a:buNone/>
            </a:pPr>
            <a:r>
              <a:rPr lang="en-US" dirty="0">
                <a:solidFill>
                  <a:schemeClr val="bg1"/>
                </a:solidFill>
              </a:rPr>
              <a:t>Incorporated an incentive structure to promote cost efficiency and motivate performance.</a:t>
            </a:r>
          </a:p>
          <a:p>
            <a:pPr marL="0" indent="0">
              <a:spcBef>
                <a:spcPts val="2500"/>
              </a:spcBef>
              <a:buFont typeface="Arial" panose="020B0604020202020204" pitchFamily="34" charset="0"/>
              <a:buNone/>
            </a:pPr>
            <a:r>
              <a:rPr lang="en-US" sz="1800" b="1" dirty="0">
                <a:solidFill>
                  <a:schemeClr val="bg1"/>
                </a:solidFill>
              </a:rPr>
              <a:t>Simplicity and Customization</a:t>
            </a:r>
          </a:p>
          <a:p>
            <a:pPr marL="0" lvl="1" indent="0">
              <a:buFont typeface="Arial" panose="020B0604020202020204" pitchFamily="34" charset="0"/>
              <a:buNone/>
            </a:pPr>
            <a:r>
              <a:rPr lang="en-US" dirty="0">
                <a:solidFill>
                  <a:schemeClr val="bg1"/>
                </a:solidFill>
              </a:rPr>
              <a:t>Prioritized a simple, fast, and customizable solution tailored to unique operational needs.</a:t>
            </a:r>
          </a:p>
        </p:txBody>
      </p:sp>
      <p:pic>
        <p:nvPicPr>
          <p:cNvPr id="28" name="Picture 27" descr="Digital financial graph">
            <a:extLst>
              <a:ext uri="{FF2B5EF4-FFF2-40B4-BE49-F238E27FC236}">
                <a16:creationId xmlns:a16="http://schemas.microsoft.com/office/drawing/2014/main" id="{70E3D101-0462-7988-D54F-CD0EB36320E3}"/>
              </a:ext>
            </a:extLst>
          </p:cNvPr>
          <p:cNvPicPr>
            <a:picLocks noChangeAspect="1"/>
          </p:cNvPicPr>
          <p:nvPr/>
        </p:nvPicPr>
        <p:blipFill>
          <a:blip r:embed="rId3"/>
          <a:srcRect l="43817" r="28531"/>
          <a:stretch>
            <a:fillRect/>
          </a:stretch>
        </p:blipFill>
        <p:spPr>
          <a:xfrm>
            <a:off x="8820603" y="10"/>
            <a:ext cx="3371397" cy="6857990"/>
          </a:xfrm>
          <a:prstGeom prst="rect">
            <a:avLst/>
          </a:prstGeom>
          <a:effectLst>
            <a:innerShdw blurRad="57150" dist="38100" dir="14460000">
              <a:prstClr val="black">
                <a:alpha val="70000"/>
              </a:prstClr>
            </a:innerShdw>
          </a:effectLst>
        </p:spPr>
      </p:pic>
      <p:grpSp>
        <p:nvGrpSpPr>
          <p:cNvPr id="41" name="Group 40">
            <a:extLst>
              <a:ext uri="{FF2B5EF4-FFF2-40B4-BE49-F238E27FC236}">
                <a16:creationId xmlns:a16="http://schemas.microsoft.com/office/drawing/2014/main" id="{94749DEA-AC6C-4834-A330-03A1796B89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42" name="Straight Connector 41">
              <a:extLst>
                <a:ext uri="{FF2B5EF4-FFF2-40B4-BE49-F238E27FC236}">
                  <a16:creationId xmlns:a16="http://schemas.microsoft.com/office/drawing/2014/main" id="{20CBC5D1-BAF0-454E-9D7C-68370AA9545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8ABB9F45-32F7-4915-A94F-F1E34B32DED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94EA6F09-00FD-4C50-A2DF-D0B1CC4C9AB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4B8B975B-2618-4734-A401-FAB74519010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4EF4B123-0577-4F10-986B-6BD86396ABB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879609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grpSp>
        <p:nvGrpSpPr>
          <p:cNvPr id="32" name="Group 31">
            <a:extLst>
              <a:ext uri="{FF2B5EF4-FFF2-40B4-BE49-F238E27FC236}">
                <a16:creationId xmlns:a16="http://schemas.microsoft.com/office/drawing/2014/main" id="{8F1EF17D-1B70-428C-8A8A-A2C5B390E1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33" name="Straight Connector 32">
              <a:extLst>
                <a:ext uri="{FF2B5EF4-FFF2-40B4-BE49-F238E27FC236}">
                  <a16:creationId xmlns:a16="http://schemas.microsoft.com/office/drawing/2014/main" id="{12FAEDF3-CEC8-4BF6-8EA7-4079C47183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398DB8F4-CD77-4FCC-8544-ADE8B478C15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22202DFE-039D-48E4-8536-FA30F248947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81F05E26-510E-4164-83C7-28E4FE9D7EA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E632161A-50D4-4D96-887A-98FC920931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useBgFill="1">
        <p:nvSpPr>
          <p:cNvPr id="39" name="Rectangle 38">
            <a:extLst>
              <a:ext uri="{FF2B5EF4-FFF2-40B4-BE49-F238E27FC236}">
                <a16:creationId xmlns:a16="http://schemas.microsoft.com/office/drawing/2014/main" id="{929448D9-8F1D-4CFE-93BA-E0272F0DBD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8DE11B-8515-DCB5-47CC-CA1ABB37597B}"/>
              </a:ext>
            </a:extLst>
          </p:cNvPr>
          <p:cNvSpPr>
            <a:spLocks noGrp="1"/>
          </p:cNvSpPr>
          <p:nvPr>
            <p:ph type="title"/>
          </p:nvPr>
        </p:nvSpPr>
        <p:spPr>
          <a:xfrm>
            <a:off x="684212" y="4487332"/>
            <a:ext cx="7543800" cy="1507067"/>
          </a:xfrm>
        </p:spPr>
        <p:txBody>
          <a:bodyPr vert="horz" lIns="91440" tIns="45720" rIns="91440" bIns="45720" rtlCol="0" anchor="ctr">
            <a:normAutofit/>
          </a:bodyPr>
          <a:lstStyle/>
          <a:p>
            <a:r>
              <a:rPr lang="en-US" dirty="0"/>
              <a:t>One-Click Assignment Hub</a:t>
            </a:r>
          </a:p>
        </p:txBody>
      </p:sp>
      <p:sp>
        <p:nvSpPr>
          <p:cNvPr id="3" name="Content Placeholder 2">
            <a:extLst>
              <a:ext uri="{FF2B5EF4-FFF2-40B4-BE49-F238E27FC236}">
                <a16:creationId xmlns:a16="http://schemas.microsoft.com/office/drawing/2014/main" id="{BEEB6751-5509-11E0-C1CD-0A17C3F22EC7}"/>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84211" y="685800"/>
            <a:ext cx="7493137" cy="3615267"/>
          </a:xfrm>
        </p:spPr>
        <p:txBody>
          <a:bodyPr>
            <a:noAutofit/>
          </a:bodyPr>
          <a:lstStyle/>
          <a:p>
            <a:pPr marL="0" indent="0">
              <a:spcBef>
                <a:spcPts val="2500"/>
              </a:spcBef>
              <a:buFont typeface="Arial" panose="020B0604020202020204" pitchFamily="34" charset="0"/>
              <a:buNone/>
            </a:pPr>
            <a:r>
              <a:rPr lang="en-US" sz="1800" b="1" dirty="0">
                <a:solidFill>
                  <a:schemeClr val="bg1"/>
                </a:solidFill>
              </a:rPr>
              <a:t>Centralized Task Allocation</a:t>
            </a:r>
          </a:p>
          <a:p>
            <a:pPr marL="0" lvl="1" indent="0">
              <a:buFont typeface="Arial" panose="020B0604020202020204" pitchFamily="34" charset="0"/>
              <a:buNone/>
            </a:pPr>
            <a:r>
              <a:rPr lang="en-US" dirty="0">
                <a:solidFill>
                  <a:schemeClr val="bg1"/>
                </a:solidFill>
              </a:rPr>
              <a:t>The Master Tasking Table acts as the core interface for assigning tasks efficiently to freelancers using dropdown menus.</a:t>
            </a:r>
          </a:p>
          <a:p>
            <a:pPr marL="0" indent="0">
              <a:spcBef>
                <a:spcPts val="2500"/>
              </a:spcBef>
              <a:buFont typeface="Arial" panose="020B0604020202020204" pitchFamily="34" charset="0"/>
              <a:buNone/>
            </a:pPr>
            <a:r>
              <a:rPr lang="en-US" sz="1800" b="1" dirty="0">
                <a:solidFill>
                  <a:schemeClr val="bg1"/>
                </a:solidFill>
              </a:rPr>
              <a:t>Automated Workflow Updates</a:t>
            </a:r>
          </a:p>
          <a:p>
            <a:pPr marL="0" lvl="1" indent="0">
              <a:buFont typeface="Arial" panose="020B0604020202020204" pitchFamily="34" charset="0"/>
              <a:buNone/>
            </a:pPr>
            <a:r>
              <a:rPr lang="en-US" dirty="0">
                <a:solidFill>
                  <a:schemeClr val="bg1"/>
                </a:solidFill>
              </a:rPr>
              <a:t>Task assignments automatically update all relevant sheets and calculations, eliminating manual data entry.</a:t>
            </a:r>
          </a:p>
          <a:p>
            <a:pPr marL="0" indent="0">
              <a:spcBef>
                <a:spcPts val="2500"/>
              </a:spcBef>
              <a:buFont typeface="Arial" panose="020B0604020202020204" pitchFamily="34" charset="0"/>
              <a:buNone/>
            </a:pPr>
            <a:r>
              <a:rPr lang="en-US" sz="1800" b="1" dirty="0">
                <a:solidFill>
                  <a:schemeClr val="bg1"/>
                </a:solidFill>
              </a:rPr>
              <a:t>Time and Error Reduction</a:t>
            </a:r>
          </a:p>
          <a:p>
            <a:pPr marL="0" lvl="1" indent="0">
              <a:buFont typeface="Arial" panose="020B0604020202020204" pitchFamily="34" charset="0"/>
              <a:buNone/>
            </a:pPr>
            <a:r>
              <a:rPr lang="en-US" dirty="0">
                <a:solidFill>
                  <a:schemeClr val="bg1"/>
                </a:solidFill>
              </a:rPr>
              <a:t>Automation saves time and reduces errors, ensuring accurate and efficient task management.</a:t>
            </a:r>
          </a:p>
        </p:txBody>
      </p:sp>
      <p:pic>
        <p:nvPicPr>
          <p:cNvPr id="28" name="Picture 27" descr="Empty office area">
            <a:extLst>
              <a:ext uri="{FF2B5EF4-FFF2-40B4-BE49-F238E27FC236}">
                <a16:creationId xmlns:a16="http://schemas.microsoft.com/office/drawing/2014/main" id="{0E6D1E0C-4CE5-AA25-68D3-ED0CBAD9BEDC}"/>
              </a:ext>
            </a:extLst>
          </p:cNvPr>
          <p:cNvPicPr>
            <a:picLocks noChangeAspect="1"/>
          </p:cNvPicPr>
          <p:nvPr/>
        </p:nvPicPr>
        <p:blipFill>
          <a:blip r:embed="rId3"/>
          <a:srcRect l="42604" r="24581" b="-1"/>
          <a:stretch>
            <a:fillRect/>
          </a:stretch>
        </p:blipFill>
        <p:spPr>
          <a:xfrm>
            <a:off x="8820603" y="10"/>
            <a:ext cx="3371397" cy="6857990"/>
          </a:xfrm>
          <a:prstGeom prst="rect">
            <a:avLst/>
          </a:prstGeom>
          <a:effectLst>
            <a:innerShdw blurRad="57150" dist="38100" dir="14460000">
              <a:prstClr val="black">
                <a:alpha val="70000"/>
              </a:prstClr>
            </a:innerShdw>
          </a:effectLst>
        </p:spPr>
      </p:pic>
      <p:grpSp>
        <p:nvGrpSpPr>
          <p:cNvPr id="41" name="Group 40">
            <a:extLst>
              <a:ext uri="{FF2B5EF4-FFF2-40B4-BE49-F238E27FC236}">
                <a16:creationId xmlns:a16="http://schemas.microsoft.com/office/drawing/2014/main" id="{94749DEA-AC6C-4834-A330-03A1796B89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42" name="Straight Connector 41">
              <a:extLst>
                <a:ext uri="{FF2B5EF4-FFF2-40B4-BE49-F238E27FC236}">
                  <a16:creationId xmlns:a16="http://schemas.microsoft.com/office/drawing/2014/main" id="{20CBC5D1-BAF0-454E-9D7C-68370AA9545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8ABB9F45-32F7-4915-A94F-F1E34B32DED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94EA6F09-00FD-4C50-A2DF-D0B1CC4C9AB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4B8B975B-2618-4734-A401-FAB74519010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4EF4B123-0577-4F10-986B-6BD86396ABB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4832870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8F1EF17D-1B70-428C-8A8A-A2C5B390E1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24" name="Straight Connector 23">
              <a:extLst>
                <a:ext uri="{FF2B5EF4-FFF2-40B4-BE49-F238E27FC236}">
                  <a16:creationId xmlns:a16="http://schemas.microsoft.com/office/drawing/2014/main" id="{12FAEDF3-CEC8-4BF6-8EA7-4079C47183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398DB8F4-CD77-4FCC-8544-ADE8B478C15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22202DFE-039D-48E4-8536-FA30F248947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81F05E26-510E-4164-83C7-28E4FE9D7EA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E632161A-50D4-4D96-887A-98FC920931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useBgFill="1">
        <p:nvSpPr>
          <p:cNvPr id="30" name="Rectangle 29">
            <a:extLst>
              <a:ext uri="{FF2B5EF4-FFF2-40B4-BE49-F238E27FC236}">
                <a16:creationId xmlns:a16="http://schemas.microsoft.com/office/drawing/2014/main" id="{B9403C7F-76AE-4587-92A2-D4E41EBE68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31C5CD-A606-BDF8-3367-64895ECD4D1D}"/>
              </a:ext>
            </a:extLst>
          </p:cNvPr>
          <p:cNvSpPr>
            <a:spLocks noGrp="1"/>
          </p:cNvSpPr>
          <p:nvPr>
            <p:ph type="title"/>
          </p:nvPr>
        </p:nvSpPr>
        <p:spPr>
          <a:xfrm>
            <a:off x="4112949" y="5298017"/>
            <a:ext cx="5627158" cy="1507067"/>
          </a:xfrm>
        </p:spPr>
        <p:txBody>
          <a:bodyPr vert="horz" lIns="91440" tIns="45720" rIns="91440" bIns="45720" rtlCol="0" anchor="ctr">
            <a:normAutofit/>
          </a:bodyPr>
          <a:lstStyle/>
          <a:p>
            <a:r>
              <a:rPr lang="en-US" dirty="0"/>
              <a:t>Dynamic Financial Model</a:t>
            </a:r>
          </a:p>
        </p:txBody>
      </p:sp>
      <p:pic>
        <p:nvPicPr>
          <p:cNvPr id="19" name="Picture 18" descr="Calculator, pen, compass, money and a paper with graphs printed on it">
            <a:extLst>
              <a:ext uri="{FF2B5EF4-FFF2-40B4-BE49-F238E27FC236}">
                <a16:creationId xmlns:a16="http://schemas.microsoft.com/office/drawing/2014/main" id="{DF09AB62-C242-79C7-70FE-6B6B542CB56A}"/>
              </a:ext>
            </a:extLst>
          </p:cNvPr>
          <p:cNvPicPr>
            <a:picLocks noChangeAspect="1"/>
          </p:cNvPicPr>
          <p:nvPr/>
        </p:nvPicPr>
        <p:blipFill>
          <a:blip r:embed="rId3"/>
          <a:srcRect l="36728" r="32505" b="-1"/>
          <a:stretch>
            <a:fillRect/>
          </a:stretch>
        </p:blipFill>
        <p:spPr>
          <a:xfrm>
            <a:off x="831" y="10"/>
            <a:ext cx="3502025" cy="6857990"/>
          </a:xfrm>
          <a:prstGeom prst="rect">
            <a:avLst/>
          </a:prstGeom>
          <a:effectLst>
            <a:innerShdw blurRad="57150" dist="38100" dir="14460000">
              <a:prstClr val="black">
                <a:alpha val="70000"/>
              </a:prstClr>
            </a:innerShdw>
          </a:effectLst>
        </p:spPr>
      </p:pic>
      <p:sp>
        <p:nvSpPr>
          <p:cNvPr id="3" name="Content Placeholder 2">
            <a:extLst>
              <a:ext uri="{FF2B5EF4-FFF2-40B4-BE49-F238E27FC236}">
                <a16:creationId xmlns:a16="http://schemas.microsoft.com/office/drawing/2014/main" id="{4B9D7F1C-6270-2952-77C1-69797E155464}"/>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226227" y="1155699"/>
            <a:ext cx="6626072" cy="3615267"/>
          </a:xfrm>
        </p:spPr>
        <p:txBody>
          <a:bodyPr>
            <a:noAutofit/>
          </a:bodyPr>
          <a:lstStyle/>
          <a:p>
            <a:pPr marL="0" indent="0">
              <a:lnSpc>
                <a:spcPct val="90000"/>
              </a:lnSpc>
              <a:spcBef>
                <a:spcPts val="2500"/>
              </a:spcBef>
              <a:buFont typeface="Arial" panose="020B0604020202020204" pitchFamily="34" charset="0"/>
              <a:buNone/>
            </a:pPr>
            <a:r>
              <a:rPr lang="en-US" sz="1600" b="1" dirty="0">
                <a:solidFill>
                  <a:schemeClr val="bg1"/>
                </a:solidFill>
              </a:rPr>
              <a:t>Performance-Based Incentives</a:t>
            </a:r>
          </a:p>
          <a:p>
            <a:pPr marL="0" lvl="1" indent="0">
              <a:lnSpc>
                <a:spcPct val="90000"/>
              </a:lnSpc>
              <a:buFont typeface="Arial" panose="020B0604020202020204" pitchFamily="34" charset="0"/>
              <a:buNone/>
            </a:pPr>
            <a:r>
              <a:rPr lang="en-US" sz="1600" dirty="0">
                <a:solidFill>
                  <a:schemeClr val="bg1"/>
                </a:solidFill>
              </a:rPr>
              <a:t>The model rewards in-charges based on negotiating lower freelancer rates, motivating cost efficiency.</a:t>
            </a:r>
          </a:p>
          <a:p>
            <a:pPr marL="0" indent="0">
              <a:lnSpc>
                <a:spcPct val="90000"/>
              </a:lnSpc>
              <a:spcBef>
                <a:spcPts val="2500"/>
              </a:spcBef>
              <a:buFont typeface="Arial" panose="020B0604020202020204" pitchFamily="34" charset="0"/>
              <a:buNone/>
            </a:pPr>
            <a:r>
              <a:rPr lang="en-US" sz="1600" b="1" dirty="0">
                <a:solidFill>
                  <a:schemeClr val="bg1"/>
                </a:solidFill>
              </a:rPr>
              <a:t>Master Table Payment Limits</a:t>
            </a:r>
          </a:p>
          <a:p>
            <a:pPr marL="0" lvl="1" indent="0">
              <a:lnSpc>
                <a:spcPct val="90000"/>
              </a:lnSpc>
              <a:buFont typeface="Arial" panose="020B0604020202020204" pitchFamily="34" charset="0"/>
              <a:buNone/>
            </a:pPr>
            <a:r>
              <a:rPr lang="en-US" sz="1600" dirty="0">
                <a:solidFill>
                  <a:schemeClr val="bg1"/>
                </a:solidFill>
              </a:rPr>
              <a:t>A Master Table sets maximum payment limits for tasks, ensuring budget control and fairness.</a:t>
            </a:r>
          </a:p>
          <a:p>
            <a:pPr marL="0" indent="0">
              <a:lnSpc>
                <a:spcPct val="90000"/>
              </a:lnSpc>
              <a:spcBef>
                <a:spcPts val="2500"/>
              </a:spcBef>
              <a:buFont typeface="Arial" panose="020B0604020202020204" pitchFamily="34" charset="0"/>
              <a:buNone/>
            </a:pPr>
            <a:r>
              <a:rPr lang="en-US" sz="1600" b="1" dirty="0">
                <a:solidFill>
                  <a:schemeClr val="bg1"/>
                </a:solidFill>
              </a:rPr>
              <a:t>Total Payout Components</a:t>
            </a:r>
          </a:p>
          <a:p>
            <a:pPr marL="0" lvl="1" indent="0">
              <a:lnSpc>
                <a:spcPct val="90000"/>
              </a:lnSpc>
              <a:buFont typeface="Arial" panose="020B0604020202020204" pitchFamily="34" charset="0"/>
              <a:buNone/>
            </a:pPr>
            <a:r>
              <a:rPr lang="en-US" sz="1600" dirty="0">
                <a:solidFill>
                  <a:schemeClr val="bg1"/>
                </a:solidFill>
              </a:rPr>
              <a:t>Total payout includes commission difference, fixed in-charge amount, and applicable bonuses, ensuring transparency.</a:t>
            </a:r>
          </a:p>
          <a:p>
            <a:pPr marL="0" indent="0">
              <a:lnSpc>
                <a:spcPct val="90000"/>
              </a:lnSpc>
              <a:spcBef>
                <a:spcPts val="2500"/>
              </a:spcBef>
              <a:buFont typeface="Arial" panose="020B0604020202020204" pitchFamily="34" charset="0"/>
              <a:buNone/>
            </a:pPr>
            <a:r>
              <a:rPr lang="en-US" sz="1600" b="1" dirty="0">
                <a:solidFill>
                  <a:schemeClr val="bg1"/>
                </a:solidFill>
              </a:rPr>
              <a:t>Alignment with Business Goals</a:t>
            </a:r>
          </a:p>
          <a:p>
            <a:pPr marL="0" lvl="1" indent="0">
              <a:lnSpc>
                <a:spcPct val="90000"/>
              </a:lnSpc>
              <a:buFont typeface="Arial" panose="020B0604020202020204" pitchFamily="34" charset="0"/>
              <a:buNone/>
            </a:pPr>
            <a:r>
              <a:rPr lang="en-US" sz="1600" dirty="0">
                <a:solidFill>
                  <a:schemeClr val="bg1"/>
                </a:solidFill>
              </a:rPr>
              <a:t>The transparent financial structure aligns incentives with company objectives to maintain quality and reduce costs.</a:t>
            </a:r>
          </a:p>
        </p:txBody>
      </p:sp>
      <p:grpSp>
        <p:nvGrpSpPr>
          <p:cNvPr id="32" name="Group 31">
            <a:extLst>
              <a:ext uri="{FF2B5EF4-FFF2-40B4-BE49-F238E27FC236}">
                <a16:creationId xmlns:a16="http://schemas.microsoft.com/office/drawing/2014/main" id="{D6C71778-3DDA-4748-AEBB-2A4B750163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33" name="Straight Connector 32">
              <a:extLst>
                <a:ext uri="{FF2B5EF4-FFF2-40B4-BE49-F238E27FC236}">
                  <a16:creationId xmlns:a16="http://schemas.microsoft.com/office/drawing/2014/main" id="{BA1F5C7D-5183-424E-BD72-BBFC59C5A26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B848F76E-D8DE-4826-901B-4E4090240E5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FAE84420-E672-4A16-8384-42BDDC4A962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044D91EB-FA8D-4FD3-88F8-053F9962B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56B711F-46BD-4789-926C-CF2F01F71D6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8499595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62CE031E-EE35-4AA7-9784-8050933277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34" name="Straight Connector 33">
              <a:extLst>
                <a:ext uri="{FF2B5EF4-FFF2-40B4-BE49-F238E27FC236}">
                  <a16:creationId xmlns:a16="http://schemas.microsoft.com/office/drawing/2014/main" id="{118D62D3-5800-4F4A-95BE-C1A2BB8B233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4C9E4F52-5D94-4242-AC69-EE6A23FAB1D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322CC7C0-D1D6-4FF0-A60C-1AEB9C8736A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99B43E48-8275-4871-8745-F5CB75CFDB8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E87ED701-F942-4771-8F92-6EFCC2E8E0E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1">
            <a:extLst>
              <a:ext uri="{FF2B5EF4-FFF2-40B4-BE49-F238E27FC236}">
                <a16:creationId xmlns:a16="http://schemas.microsoft.com/office/drawing/2014/main" id="{ED2A88A3-8F4E-050F-1677-AA5CF7739667}"/>
              </a:ext>
            </a:extLst>
          </p:cNvPr>
          <p:cNvSpPr>
            <a:spLocks noGrp="1"/>
          </p:cNvSpPr>
          <p:nvPr>
            <p:ph type="title"/>
          </p:nvPr>
        </p:nvSpPr>
        <p:spPr>
          <a:xfrm>
            <a:off x="672569" y="4876800"/>
            <a:ext cx="8534400" cy="1507067"/>
          </a:xfrm>
        </p:spPr>
        <p:txBody>
          <a:bodyPr vert="horz" lIns="91440" tIns="45720" rIns="91440" bIns="45720" rtlCol="0" anchor="ctr">
            <a:normAutofit/>
          </a:bodyPr>
          <a:lstStyle/>
          <a:p>
            <a:r>
              <a:rPr lang="en-US" dirty="0"/>
              <a:t>Automated Freelancer Sheets and Invoicing</a:t>
            </a:r>
          </a:p>
        </p:txBody>
      </p:sp>
      <p:pic>
        <p:nvPicPr>
          <p:cNvPr id="30" name="Graphic 29" descr="Bar chart">
            <a:extLst>
              <a:ext uri="{FF2B5EF4-FFF2-40B4-BE49-F238E27FC236}">
                <a16:creationId xmlns:a16="http://schemas.microsoft.com/office/drawing/2014/main" id="{7733702C-3CD2-88A2-B691-2823F3923F3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528" y="863601"/>
            <a:ext cx="3185108" cy="3185108"/>
          </a:xfrm>
          <a:prstGeom prst="rect">
            <a:avLst/>
          </a:prstGeom>
          <a:effectLst>
            <a:innerShdw blurRad="57150" dist="38100" dir="14460000">
              <a:prstClr val="black">
                <a:alpha val="70000"/>
              </a:prstClr>
            </a:innerShdw>
          </a:effectLst>
        </p:spPr>
      </p:pic>
      <p:sp>
        <p:nvSpPr>
          <p:cNvPr id="3" name="Content Placeholder 2">
            <a:extLst>
              <a:ext uri="{FF2B5EF4-FFF2-40B4-BE49-F238E27FC236}">
                <a16:creationId xmlns:a16="http://schemas.microsoft.com/office/drawing/2014/main" id="{A527559A-83D6-C97E-274A-9C82B3746F56}"/>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25696" y="733647"/>
            <a:ext cx="6593129" cy="3575884"/>
          </a:xfrm>
        </p:spPr>
        <p:txBody>
          <a:bodyPr>
            <a:noAutofit/>
          </a:bodyPr>
          <a:lstStyle/>
          <a:p>
            <a:pPr marL="0" indent="0">
              <a:spcBef>
                <a:spcPts val="2500"/>
              </a:spcBef>
              <a:buFont typeface="Arial" panose="020B0604020202020204" pitchFamily="34" charset="0"/>
              <a:buNone/>
            </a:pPr>
            <a:r>
              <a:rPr lang="en-US" sz="1800" b="1" dirty="0">
                <a:solidFill>
                  <a:schemeClr val="bg1"/>
                </a:solidFill>
              </a:rPr>
              <a:t>Real-Time Task Tracking</a:t>
            </a:r>
          </a:p>
          <a:p>
            <a:pPr marL="0" lvl="1" indent="0">
              <a:buFont typeface="Arial" panose="020B0604020202020204" pitchFamily="34" charset="0"/>
              <a:buNone/>
            </a:pPr>
            <a:r>
              <a:rPr lang="en-US" dirty="0">
                <a:solidFill>
                  <a:schemeClr val="bg1"/>
                </a:solidFill>
              </a:rPr>
              <a:t>Tasks assigned update freelancer worksheets automatically, giving clear visibility of workload in real time.</a:t>
            </a:r>
          </a:p>
          <a:p>
            <a:pPr marL="0" indent="0">
              <a:spcBef>
                <a:spcPts val="2500"/>
              </a:spcBef>
              <a:buFont typeface="Arial" panose="020B0604020202020204" pitchFamily="34" charset="0"/>
              <a:buNone/>
            </a:pPr>
            <a:r>
              <a:rPr lang="en-US" sz="1800" b="1" dirty="0">
                <a:solidFill>
                  <a:schemeClr val="bg1"/>
                </a:solidFill>
              </a:rPr>
              <a:t>Instant Invoice Generation</a:t>
            </a:r>
          </a:p>
          <a:p>
            <a:pPr marL="0" lvl="1" indent="0">
              <a:buFont typeface="Arial" panose="020B0604020202020204" pitchFamily="34" charset="0"/>
              <a:buNone/>
            </a:pPr>
            <a:r>
              <a:rPr lang="en-US" dirty="0">
                <a:solidFill>
                  <a:schemeClr val="bg1"/>
                </a:solidFill>
              </a:rPr>
              <a:t>Invoices are created instantly based on worksheet data, removing the need for manual billing processes.</a:t>
            </a:r>
          </a:p>
          <a:p>
            <a:pPr marL="0" indent="0">
              <a:spcBef>
                <a:spcPts val="2500"/>
              </a:spcBef>
              <a:buFont typeface="Arial" panose="020B0604020202020204" pitchFamily="34" charset="0"/>
              <a:buNone/>
            </a:pPr>
            <a:r>
              <a:rPr lang="en-US" sz="1800" b="1" dirty="0">
                <a:solidFill>
                  <a:schemeClr val="bg1"/>
                </a:solidFill>
              </a:rPr>
              <a:t>Efficiency and Transparency</a:t>
            </a:r>
          </a:p>
          <a:p>
            <a:pPr marL="0" lvl="1" indent="0">
              <a:buFont typeface="Arial" panose="020B0604020202020204" pitchFamily="34" charset="0"/>
              <a:buNone/>
            </a:pPr>
            <a:r>
              <a:rPr lang="en-US" dirty="0">
                <a:solidFill>
                  <a:schemeClr val="bg1"/>
                </a:solidFill>
              </a:rPr>
              <a:t>Automation improves accuracy and transparency, enhancing freelancer experience and reducing admin workload.</a:t>
            </a:r>
          </a:p>
        </p:txBody>
      </p:sp>
    </p:spTree>
    <p:extLst>
      <p:ext uri="{BB962C8B-B14F-4D97-AF65-F5344CB8AC3E}">
        <p14:creationId xmlns:p14="http://schemas.microsoft.com/office/powerpoint/2010/main" val="18655114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62CE031E-EE35-4AA7-9784-8050933277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34" name="Straight Connector 33">
              <a:extLst>
                <a:ext uri="{FF2B5EF4-FFF2-40B4-BE49-F238E27FC236}">
                  <a16:creationId xmlns:a16="http://schemas.microsoft.com/office/drawing/2014/main" id="{118D62D3-5800-4F4A-95BE-C1A2BB8B233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4C9E4F52-5D94-4242-AC69-EE6A23FAB1D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322CC7C0-D1D6-4FF0-A60C-1AEB9C8736A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99B43E48-8275-4871-8745-F5CB75CFDB8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E87ED701-F942-4771-8F92-6EFCC2E8E0E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1">
            <a:extLst>
              <a:ext uri="{FF2B5EF4-FFF2-40B4-BE49-F238E27FC236}">
                <a16:creationId xmlns:a16="http://schemas.microsoft.com/office/drawing/2014/main" id="{BD4EAADF-2777-EC5F-F7D9-077104EC2CD3}"/>
              </a:ext>
            </a:extLst>
          </p:cNvPr>
          <p:cNvSpPr>
            <a:spLocks noGrp="1"/>
          </p:cNvSpPr>
          <p:nvPr>
            <p:ph type="title"/>
          </p:nvPr>
        </p:nvSpPr>
        <p:spPr>
          <a:xfrm>
            <a:off x="684212" y="4487332"/>
            <a:ext cx="8534400" cy="1507067"/>
          </a:xfrm>
        </p:spPr>
        <p:txBody>
          <a:bodyPr vert="horz" lIns="91440" tIns="45720" rIns="91440" bIns="45720" rtlCol="0" anchor="ctr">
            <a:normAutofit/>
          </a:bodyPr>
          <a:lstStyle/>
          <a:p>
            <a:r>
              <a:rPr lang="en-US"/>
              <a:t>A Business Transformation</a:t>
            </a:r>
          </a:p>
        </p:txBody>
      </p:sp>
      <p:pic>
        <p:nvPicPr>
          <p:cNvPr id="30" name="Graphic 29" descr="Money">
            <a:extLst>
              <a:ext uri="{FF2B5EF4-FFF2-40B4-BE49-F238E27FC236}">
                <a16:creationId xmlns:a16="http://schemas.microsoft.com/office/drawing/2014/main" id="{9EA714FF-CE49-0402-7C97-D07982367E6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1240" y="924676"/>
            <a:ext cx="3185108" cy="3185108"/>
          </a:xfrm>
          <a:prstGeom prst="rect">
            <a:avLst/>
          </a:prstGeom>
          <a:effectLst>
            <a:innerShdw blurRad="57150" dist="38100" dir="14460000">
              <a:prstClr val="black">
                <a:alpha val="70000"/>
              </a:prstClr>
            </a:innerShdw>
          </a:effectLst>
        </p:spPr>
      </p:pic>
      <p:sp>
        <p:nvSpPr>
          <p:cNvPr id="3" name="Content Placeholder 2">
            <a:extLst>
              <a:ext uri="{FF2B5EF4-FFF2-40B4-BE49-F238E27FC236}">
                <a16:creationId xmlns:a16="http://schemas.microsoft.com/office/drawing/2014/main" id="{CBD20CD2-A619-97C6-87A7-6E01757535C6}"/>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25696" y="733647"/>
            <a:ext cx="6593129" cy="3575884"/>
          </a:xfrm>
        </p:spPr>
        <p:txBody>
          <a:bodyPr>
            <a:noAutofit/>
          </a:bodyPr>
          <a:lstStyle/>
          <a:p>
            <a:pPr marL="0" indent="0">
              <a:lnSpc>
                <a:spcPct val="90000"/>
              </a:lnSpc>
              <a:spcBef>
                <a:spcPts val="2500"/>
              </a:spcBef>
              <a:buFont typeface="Arial" panose="020B0604020202020204" pitchFamily="34" charset="0"/>
              <a:buNone/>
            </a:pPr>
            <a:r>
              <a:rPr lang="en-US" sz="1600" b="1" dirty="0">
                <a:solidFill>
                  <a:schemeClr val="bg1"/>
                </a:solidFill>
              </a:rPr>
              <a:t>Efficiency Improvements</a:t>
            </a:r>
          </a:p>
          <a:p>
            <a:pPr marL="0" lvl="1" indent="0">
              <a:lnSpc>
                <a:spcPct val="90000"/>
              </a:lnSpc>
              <a:buFont typeface="Arial" panose="020B0604020202020204" pitchFamily="34" charset="0"/>
              <a:buNone/>
            </a:pPr>
            <a:r>
              <a:rPr lang="en-US" sz="1600" dirty="0">
                <a:solidFill>
                  <a:schemeClr val="bg1"/>
                </a:solidFill>
              </a:rPr>
              <a:t>Custom spreadsheet reduced administrative time by over 80%, freeing staff for strategic work.</a:t>
            </a:r>
          </a:p>
          <a:p>
            <a:pPr marL="0" indent="0">
              <a:lnSpc>
                <a:spcPct val="90000"/>
              </a:lnSpc>
              <a:spcBef>
                <a:spcPts val="2500"/>
              </a:spcBef>
              <a:buFont typeface="Arial" panose="020B0604020202020204" pitchFamily="34" charset="0"/>
              <a:buNone/>
            </a:pPr>
            <a:r>
              <a:rPr lang="en-US" sz="1600" b="1" dirty="0">
                <a:solidFill>
                  <a:schemeClr val="bg1"/>
                </a:solidFill>
              </a:rPr>
              <a:t>Cost-saving Incentives</a:t>
            </a:r>
          </a:p>
          <a:p>
            <a:pPr marL="0" lvl="1" indent="0">
              <a:lnSpc>
                <a:spcPct val="90000"/>
              </a:lnSpc>
              <a:buFont typeface="Arial" panose="020B0604020202020204" pitchFamily="34" charset="0"/>
              <a:buNone/>
            </a:pPr>
            <a:r>
              <a:rPr lang="en-US" sz="1600" dirty="0">
                <a:solidFill>
                  <a:schemeClr val="bg1"/>
                </a:solidFill>
              </a:rPr>
              <a:t>Incentive model promoted cost-saving negotiations, reducing project expenses without sacrificing quality.</a:t>
            </a:r>
          </a:p>
          <a:p>
            <a:pPr marL="0" indent="0">
              <a:lnSpc>
                <a:spcPct val="90000"/>
              </a:lnSpc>
              <a:spcBef>
                <a:spcPts val="2500"/>
              </a:spcBef>
              <a:buFont typeface="Arial" panose="020B0604020202020204" pitchFamily="34" charset="0"/>
              <a:buNone/>
            </a:pPr>
            <a:r>
              <a:rPr lang="en-US" sz="1600" b="1" dirty="0">
                <a:solidFill>
                  <a:schemeClr val="bg1"/>
                </a:solidFill>
              </a:rPr>
              <a:t>Full Customization Benefits</a:t>
            </a:r>
          </a:p>
          <a:p>
            <a:pPr marL="0" lvl="1" indent="0">
              <a:lnSpc>
                <a:spcPct val="90000"/>
              </a:lnSpc>
              <a:buFont typeface="Arial" panose="020B0604020202020204" pitchFamily="34" charset="0"/>
              <a:buNone/>
            </a:pPr>
            <a:r>
              <a:rPr lang="en-US" sz="1600" dirty="0">
                <a:solidFill>
                  <a:schemeClr val="bg1"/>
                </a:solidFill>
              </a:rPr>
              <a:t>System customization aligned rules and calculations perfectly to business needs, offering superior flexibility.</a:t>
            </a:r>
          </a:p>
          <a:p>
            <a:pPr marL="0" indent="0">
              <a:lnSpc>
                <a:spcPct val="90000"/>
              </a:lnSpc>
              <a:spcBef>
                <a:spcPts val="2500"/>
              </a:spcBef>
              <a:buFont typeface="Arial" panose="020B0604020202020204" pitchFamily="34" charset="0"/>
              <a:buNone/>
            </a:pPr>
            <a:r>
              <a:rPr lang="en-US" sz="1600" b="1" dirty="0">
                <a:solidFill>
                  <a:schemeClr val="bg1"/>
                </a:solidFill>
              </a:rPr>
              <a:t>Innovative Operational Gains</a:t>
            </a:r>
          </a:p>
          <a:p>
            <a:pPr marL="0" lvl="1" indent="0">
              <a:lnSpc>
                <a:spcPct val="90000"/>
              </a:lnSpc>
              <a:buFont typeface="Arial" panose="020B0604020202020204" pitchFamily="34" charset="0"/>
              <a:buNone/>
            </a:pPr>
            <a:r>
              <a:rPr lang="en-US" sz="1600" dirty="0">
                <a:solidFill>
                  <a:schemeClr val="bg1"/>
                </a:solidFill>
              </a:rPr>
              <a:t>Resourceful use of foundational tools can drive operational improvements without costly investments.</a:t>
            </a:r>
          </a:p>
        </p:txBody>
      </p:sp>
    </p:spTree>
    <p:extLst>
      <p:ext uri="{BB962C8B-B14F-4D97-AF65-F5344CB8AC3E}">
        <p14:creationId xmlns:p14="http://schemas.microsoft.com/office/powerpoint/2010/main" val="497692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8F1EF17D-1B70-428C-8A8A-A2C5B390E1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10" name="Straight Connector 9">
              <a:extLst>
                <a:ext uri="{FF2B5EF4-FFF2-40B4-BE49-F238E27FC236}">
                  <a16:creationId xmlns:a16="http://schemas.microsoft.com/office/drawing/2014/main" id="{12FAEDF3-CEC8-4BF6-8EA7-4079C47183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398DB8F4-CD77-4FCC-8544-ADE8B478C15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22202DFE-039D-48E4-8536-FA30F248947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1F05E26-510E-4164-83C7-28E4FE9D7EA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632161A-50D4-4D96-887A-98FC920931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useBgFill="1">
        <p:nvSpPr>
          <p:cNvPr id="16" name="Rectangle 15">
            <a:extLst>
              <a:ext uri="{FF2B5EF4-FFF2-40B4-BE49-F238E27FC236}">
                <a16:creationId xmlns:a16="http://schemas.microsoft.com/office/drawing/2014/main" id="{B9403C7F-76AE-4587-92A2-D4E41EBE68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FD6802-6702-FE66-44CA-1FE1AAD0D2B6}"/>
              </a:ext>
            </a:extLst>
          </p:cNvPr>
          <p:cNvSpPr>
            <a:spLocks noGrp="1"/>
          </p:cNvSpPr>
          <p:nvPr>
            <p:ph type="title"/>
          </p:nvPr>
        </p:nvSpPr>
        <p:spPr>
          <a:xfrm>
            <a:off x="3978579" y="4487332"/>
            <a:ext cx="5627158" cy="1507067"/>
          </a:xfrm>
        </p:spPr>
        <p:txBody>
          <a:bodyPr vert="horz" lIns="91440" tIns="45720" rIns="91440" bIns="45720" rtlCol="0" anchor="ctr">
            <a:normAutofit/>
          </a:bodyPr>
          <a:lstStyle/>
          <a:p>
            <a:r>
              <a:rPr lang="en-US"/>
              <a:t>Key Takeaways</a:t>
            </a:r>
          </a:p>
        </p:txBody>
      </p:sp>
      <p:pic>
        <p:nvPicPr>
          <p:cNvPr id="5" name="Picture 4" descr="A person reaching for a paper on a table full of paper and sticky notes">
            <a:extLst>
              <a:ext uri="{FF2B5EF4-FFF2-40B4-BE49-F238E27FC236}">
                <a16:creationId xmlns:a16="http://schemas.microsoft.com/office/drawing/2014/main" id="{109C8120-45AF-641A-5E39-1FC07654B56F}"/>
              </a:ext>
            </a:extLst>
          </p:cNvPr>
          <p:cNvPicPr>
            <a:picLocks noChangeAspect="1"/>
          </p:cNvPicPr>
          <p:nvPr/>
        </p:nvPicPr>
        <p:blipFill>
          <a:blip r:embed="rId3"/>
          <a:srcRect l="32461" r="33453" b="-1"/>
          <a:stretch>
            <a:fillRect/>
          </a:stretch>
        </p:blipFill>
        <p:spPr>
          <a:xfrm>
            <a:off x="831" y="10"/>
            <a:ext cx="3502025" cy="6857990"/>
          </a:xfrm>
          <a:prstGeom prst="rect">
            <a:avLst/>
          </a:prstGeom>
          <a:effectLst>
            <a:innerShdw blurRad="57150" dist="38100" dir="14460000">
              <a:prstClr val="black">
                <a:alpha val="70000"/>
              </a:prstClr>
            </a:innerShdw>
          </a:effectLst>
        </p:spPr>
      </p:pic>
      <p:sp>
        <p:nvSpPr>
          <p:cNvPr id="3" name="Content Placeholder 2">
            <a:extLst>
              <a:ext uri="{FF2B5EF4-FFF2-40B4-BE49-F238E27FC236}">
                <a16:creationId xmlns:a16="http://schemas.microsoft.com/office/drawing/2014/main" id="{6B050C3A-B2B8-0E6B-B9CB-FF090C5243A5}"/>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884612" y="685800"/>
            <a:ext cx="6626072" cy="3615267"/>
          </a:xfrm>
        </p:spPr>
        <p:txBody>
          <a:bodyPr>
            <a:noAutofit/>
          </a:bodyPr>
          <a:lstStyle/>
          <a:p>
            <a:pPr marL="0" indent="0">
              <a:lnSpc>
                <a:spcPct val="90000"/>
              </a:lnSpc>
              <a:spcBef>
                <a:spcPts val="2500"/>
              </a:spcBef>
              <a:buFont typeface="Arial" panose="020B0604020202020204" pitchFamily="34" charset="0"/>
              <a:buNone/>
            </a:pPr>
            <a:r>
              <a:rPr lang="en-US" sz="1600" b="1" dirty="0">
                <a:solidFill>
                  <a:schemeClr val="bg1"/>
                </a:solidFill>
              </a:rPr>
              <a:t>Simplicity and Customization</a:t>
            </a:r>
          </a:p>
          <a:p>
            <a:pPr marL="0" lvl="1" indent="0">
              <a:lnSpc>
                <a:spcPct val="90000"/>
              </a:lnSpc>
              <a:buFont typeface="Arial" panose="020B0604020202020204" pitchFamily="34" charset="0"/>
              <a:buNone/>
            </a:pPr>
            <a:r>
              <a:rPr lang="en-US" sz="1600" dirty="0">
                <a:solidFill>
                  <a:schemeClr val="bg1"/>
                </a:solidFill>
              </a:rPr>
              <a:t>Simple, customized solutions can effectively solve complex business challenges without costly software.</a:t>
            </a:r>
          </a:p>
          <a:p>
            <a:pPr marL="0" indent="0">
              <a:lnSpc>
                <a:spcPct val="90000"/>
              </a:lnSpc>
              <a:spcBef>
                <a:spcPts val="2500"/>
              </a:spcBef>
              <a:buFont typeface="Arial" panose="020B0604020202020204" pitchFamily="34" charset="0"/>
              <a:buNone/>
            </a:pPr>
            <a:r>
              <a:rPr lang="en-US" sz="1600" b="1" dirty="0">
                <a:solidFill>
                  <a:schemeClr val="bg1"/>
                </a:solidFill>
              </a:rPr>
              <a:t>Spreadsheet Automation Benefits</a:t>
            </a:r>
          </a:p>
          <a:p>
            <a:pPr marL="0" lvl="1" indent="0">
              <a:lnSpc>
                <a:spcPct val="90000"/>
              </a:lnSpc>
              <a:buFont typeface="Arial" panose="020B0604020202020204" pitchFamily="34" charset="0"/>
              <a:buNone/>
            </a:pPr>
            <a:r>
              <a:rPr lang="en-US" sz="1600" dirty="0">
                <a:solidFill>
                  <a:schemeClr val="bg1"/>
                </a:solidFill>
              </a:rPr>
              <a:t>Spreadsheet automation led to significant time and cost savings while improving process transparency.</a:t>
            </a:r>
          </a:p>
          <a:p>
            <a:pPr marL="0" indent="0">
              <a:lnSpc>
                <a:spcPct val="90000"/>
              </a:lnSpc>
              <a:spcBef>
                <a:spcPts val="2500"/>
              </a:spcBef>
              <a:buFont typeface="Arial" panose="020B0604020202020204" pitchFamily="34" charset="0"/>
              <a:buNone/>
            </a:pPr>
            <a:r>
              <a:rPr lang="en-US" sz="1600" b="1" dirty="0">
                <a:solidFill>
                  <a:schemeClr val="bg1"/>
                </a:solidFill>
              </a:rPr>
              <a:t>Improved Relationships</a:t>
            </a:r>
          </a:p>
          <a:p>
            <a:pPr marL="0" lvl="1" indent="0">
              <a:lnSpc>
                <a:spcPct val="90000"/>
              </a:lnSpc>
              <a:buFont typeface="Arial" panose="020B0604020202020204" pitchFamily="34" charset="0"/>
              <a:buNone/>
            </a:pPr>
            <a:r>
              <a:rPr lang="en-US" sz="1600" dirty="0">
                <a:solidFill>
                  <a:schemeClr val="bg1"/>
                </a:solidFill>
              </a:rPr>
              <a:t>Enhanced transparency and communication strengthened relationships with freelancers and stakeholders.</a:t>
            </a:r>
          </a:p>
          <a:p>
            <a:pPr marL="0" indent="0">
              <a:lnSpc>
                <a:spcPct val="90000"/>
              </a:lnSpc>
              <a:spcBef>
                <a:spcPts val="2500"/>
              </a:spcBef>
              <a:buFont typeface="Arial" panose="020B0604020202020204" pitchFamily="34" charset="0"/>
              <a:buNone/>
            </a:pPr>
            <a:r>
              <a:rPr lang="en-US" sz="1600" b="1" dirty="0">
                <a:solidFill>
                  <a:schemeClr val="bg1"/>
                </a:solidFill>
              </a:rPr>
              <a:t>Creative Use of Existing Tools</a:t>
            </a:r>
          </a:p>
          <a:p>
            <a:pPr marL="0" lvl="1" indent="0">
              <a:lnSpc>
                <a:spcPct val="90000"/>
              </a:lnSpc>
              <a:buFont typeface="Arial" panose="020B0604020202020204" pitchFamily="34" charset="0"/>
              <a:buNone/>
            </a:pPr>
            <a:r>
              <a:rPr lang="en-US" sz="1600" dirty="0">
                <a:solidFill>
                  <a:schemeClr val="bg1"/>
                </a:solidFill>
              </a:rPr>
              <a:t>Creative understanding and use of existing tools can deliver transformative business results.</a:t>
            </a:r>
          </a:p>
        </p:txBody>
      </p:sp>
      <p:grpSp>
        <p:nvGrpSpPr>
          <p:cNvPr id="18" name="Group 17">
            <a:extLst>
              <a:ext uri="{FF2B5EF4-FFF2-40B4-BE49-F238E27FC236}">
                <a16:creationId xmlns:a16="http://schemas.microsoft.com/office/drawing/2014/main" id="{D6C71778-3DDA-4748-AEBB-2A4B750163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19" name="Straight Connector 18">
              <a:extLst>
                <a:ext uri="{FF2B5EF4-FFF2-40B4-BE49-F238E27FC236}">
                  <a16:creationId xmlns:a16="http://schemas.microsoft.com/office/drawing/2014/main" id="{BA1F5C7D-5183-424E-BD72-BBFC59C5A26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B848F76E-D8DE-4826-901B-4E4090240E5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FAE84420-E672-4A16-8384-42BDDC4A962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044D91EB-FA8D-4FD3-88F8-053F9962B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756B711F-46BD-4789-926C-CF2F01F71D6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1480802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Chalcot">
  <a:themeElements>
    <a:clrScheme name="Custom 2">
      <a:dk1>
        <a:srgbClr val="000000"/>
      </a:dk1>
      <a:lt1>
        <a:srgbClr val="F3EBE8"/>
      </a:lt1>
      <a:dk2>
        <a:srgbClr val="264653"/>
      </a:dk2>
      <a:lt2>
        <a:srgbClr val="FFFFFF"/>
      </a:lt2>
      <a:accent1>
        <a:srgbClr val="E9939D"/>
      </a:accent1>
      <a:accent2>
        <a:srgbClr val="E9C369"/>
      </a:accent2>
      <a:accent3>
        <a:srgbClr val="2A9D8F"/>
      </a:accent3>
      <a:accent4>
        <a:srgbClr val="F3D6CD"/>
      </a:accent4>
      <a:accent5>
        <a:srgbClr val="8CBA8F"/>
      </a:accent5>
      <a:accent6>
        <a:srgbClr val="919FA9"/>
      </a:accent6>
      <a:hlink>
        <a:srgbClr val="8F45C7"/>
      </a:hlink>
      <a:folHlink>
        <a:srgbClr val="D08A55"/>
      </a:folHlink>
    </a:clrScheme>
    <a:fontScheme name="Custom 362">
      <a:majorFont>
        <a:latin typeface="Century Gothic"/>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alcot_Copilot Layouts_win32_LW_V5" id="{BB83E610-C1CA-49EC-A787-4EFEA8456B79}" vid="{40FB1116-6983-46AA-9CD7-BA42C7965D41}"/>
    </a:ext>
  </a:extLst>
</a:theme>
</file>

<file path=ppt/theme/theme2.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F3D192A-84D9-4592-8CD0-04B2096CE0AE}">
  <ds:schemaRefs>
    <ds:schemaRef ds:uri="http://schemas.microsoft.com/sharepoint/v3/contenttype/forms"/>
  </ds:schemaRefs>
</ds:datastoreItem>
</file>

<file path=customXml/itemProps2.xml><?xml version="1.0" encoding="utf-8"?>
<ds:datastoreItem xmlns:ds="http://schemas.openxmlformats.org/officeDocument/2006/customXml" ds:itemID="{37C1B1D1-0368-4ED3-8004-0F946C56E5DB}">
  <ds:schemaRefs>
    <ds:schemaRef ds:uri="http://schemas.microsoft.com/sharepoint/v3"/>
    <ds:schemaRef ds:uri="http://schemas.microsoft.com/office/2006/documentManagement/types"/>
    <ds:schemaRef ds:uri="http://purl.org/dc/terms/"/>
    <ds:schemaRef ds:uri="71af3243-3dd4-4a8d-8c0d-dd76da1f02a5"/>
    <ds:schemaRef ds:uri="http://purl.org/dc/elements/1.1/"/>
    <ds:schemaRef ds:uri="http://purl.org/dc/dcmitype/"/>
    <ds:schemaRef ds:uri="http://www.w3.org/XML/1998/namespace"/>
    <ds:schemaRef ds:uri="http://schemas.microsoft.com/office/2006/metadata/properties"/>
    <ds:schemaRef ds:uri="http://schemas.microsoft.com/office/infopath/2007/PartnerControls"/>
    <ds:schemaRef ds:uri="http://schemas.openxmlformats.org/package/2006/metadata/core-properties"/>
    <ds:schemaRef ds:uri="230e9df3-be65-4c73-a93b-d1236ebd677e"/>
    <ds:schemaRef ds:uri="16c05727-aa75-4e4a-9b5f-8a80a1165891"/>
  </ds:schemaRefs>
</ds:datastoreItem>
</file>

<file path=customXml/itemProps3.xml><?xml version="1.0" encoding="utf-8"?>
<ds:datastoreItem xmlns:ds="http://schemas.openxmlformats.org/officeDocument/2006/customXml" ds:itemID="{ACDF21CE-F94D-4E7A-9B41-689023E47C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1445</TotalTime>
  <Words>1385</Words>
  <Application>Microsoft Office PowerPoint</Application>
  <PresentationFormat>Widescreen</PresentationFormat>
  <Paragraphs>93</Paragraphs>
  <Slides>10</Slides>
  <Notes>10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10</vt:i4>
      </vt:variant>
    </vt:vector>
  </HeadingPairs>
  <TitlesOfParts>
    <vt:vector size="18" baseType="lpstr">
      <vt:lpstr>Aptos</vt:lpstr>
      <vt:lpstr>Arial</vt:lpstr>
      <vt:lpstr>Century Gothic</vt:lpstr>
      <vt:lpstr>Karla</vt:lpstr>
      <vt:lpstr>Univers Condensed Light</vt:lpstr>
      <vt:lpstr>Wingdings 3</vt:lpstr>
      <vt:lpstr>Chalcot</vt:lpstr>
      <vt:lpstr>Slice</vt:lpstr>
      <vt:lpstr>How My Custom Freelancer Management System Saved Our Business Time and Money</vt:lpstr>
      <vt:lpstr>INTRODUCTION</vt:lpstr>
      <vt:lpstr>The problem</vt:lpstr>
      <vt:lpstr>Impact on Business</vt:lpstr>
      <vt:lpstr>A System Built for Speed and Incentives</vt:lpstr>
      <vt:lpstr>One-Click Assignment Hub</vt:lpstr>
      <vt:lpstr>Dynamic Financial Model</vt:lpstr>
      <vt:lpstr>Automated Freelancer Sheets and Invoicing</vt:lpstr>
      <vt:lpstr>A Business Transformation</vt:lpstr>
      <vt:lpstr>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Nebil Divay</cp:lastModifiedBy>
  <cp:revision>4</cp:revision>
  <dcterms:created xsi:type="dcterms:W3CDTF">2024-06-26T20:20:27Z</dcterms:created>
  <dcterms:modified xsi:type="dcterms:W3CDTF">2025-12-01T23:23:42Z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